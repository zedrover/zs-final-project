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437" r:id="rId4"/>
    <p:sldId id="273" r:id="rId5"/>
    <p:sldId id="272" r:id="rId6"/>
    <p:sldId id="276" r:id="rId7"/>
    <p:sldId id="277" r:id="rId8"/>
    <p:sldId id="278" r:id="rId9"/>
    <p:sldId id="438" r:id="rId10"/>
    <p:sldId id="281" r:id="rId11"/>
    <p:sldId id="279" r:id="rId12"/>
    <p:sldId id="439" r:id="rId13"/>
    <p:sldId id="441" r:id="rId14"/>
    <p:sldId id="442" r:id="rId15"/>
    <p:sldId id="443" r:id="rId16"/>
    <p:sldId id="445" r:id="rId17"/>
    <p:sldId id="258" r:id="rId18"/>
  </p:sldIdLst>
  <p:sldSz cx="12192000" cy="6858000"/>
  <p:notesSz cx="6797675" cy="9928225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378" userDrawn="1">
          <p15:clr>
            <a:srgbClr val="A4A3A4"/>
          </p15:clr>
        </p15:guide>
        <p15:guide id="3" orient="horz" pos="36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C5E"/>
    <a:srgbClr val="1F4AFF"/>
    <a:srgbClr val="9E49FF"/>
    <a:srgbClr val="13234B"/>
    <a:srgbClr val="213B55"/>
    <a:srgbClr val="F9F9F9"/>
    <a:srgbClr val="FECEF8"/>
    <a:srgbClr val="DDD4F8"/>
    <a:srgbClr val="FFFFCC"/>
    <a:srgbClr val="F5F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7" autoAdjust="0"/>
    <p:restoredTop sz="95022" autoAdjust="0"/>
  </p:normalViewPr>
  <p:slideViewPr>
    <p:cSldViewPr showGuides="1">
      <p:cViewPr varScale="1">
        <p:scale>
          <a:sx n="121" d="100"/>
          <a:sy n="121" d="100"/>
        </p:scale>
        <p:origin x="93" y="353"/>
      </p:cViewPr>
      <p:guideLst>
        <p:guide orient="horz" pos="459"/>
        <p:guide pos="378"/>
        <p:guide orient="horz" pos="36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876"/>
    </p:cViewPr>
  </p:sorterViewPr>
  <p:notesViewPr>
    <p:cSldViewPr>
      <p:cViewPr varScale="1">
        <p:scale>
          <a:sx n="77" d="100"/>
          <a:sy n="77" d="100"/>
        </p:scale>
        <p:origin x="-3318" y="-78"/>
      </p:cViewPr>
      <p:guideLst>
        <p:guide orient="horz" pos="314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2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482600" y="622300"/>
            <a:ext cx="7762875" cy="436721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50477" y="5334832"/>
            <a:ext cx="57927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s-ES_tradnl" altLang="zh-CN" noProof="0"/>
              <a:t>Click to edit Master text styles</a:t>
            </a:r>
            <a:endParaRPr lang="es-ES_tradnl" altLang="zh-CN" noProof="0"/>
          </a:p>
          <a:p>
            <a:pPr lvl="1"/>
            <a:r>
              <a:rPr lang="es-ES_tradnl" altLang="zh-CN" noProof="0"/>
              <a:t>Second level</a:t>
            </a:r>
            <a:endParaRPr lang="es-ES_tradnl" altLang="zh-CN" noProof="0"/>
          </a:p>
          <a:p>
            <a:pPr lvl="2"/>
            <a:r>
              <a:rPr lang="es-ES_tradnl" altLang="zh-CN" noProof="0"/>
              <a:t>Third level</a:t>
            </a:r>
            <a:endParaRPr lang="es-ES_tradnl" altLang="zh-CN" noProof="0"/>
          </a:p>
          <a:p>
            <a:pPr lvl="3"/>
            <a:r>
              <a:rPr lang="es-ES_tradnl" altLang="zh-CN" noProof="0"/>
              <a:t>Fourth level</a:t>
            </a:r>
            <a:endParaRPr lang="es-ES_tradnl" altLang="zh-CN" noProof="0"/>
          </a:p>
          <a:p>
            <a:pPr lvl="4"/>
            <a:r>
              <a:rPr lang="es-ES_tradnl" altLang="zh-CN" noProof="0"/>
              <a:t>Fifth level</a:t>
            </a:r>
            <a:endParaRPr lang="es-ES_tradnl" altLang="zh-CN" noProof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066388" y="9541574"/>
            <a:ext cx="539269" cy="19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s-ES_tradnl" altLang="zh-CN" smtClean="0"/>
            </a:fld>
            <a:endParaRPr lang="zh-CN" altLang="es-ES_tradnl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605589" y="110785"/>
            <a:ext cx="6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zh-CN" alt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17475" indent="-116205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panose="020B0604020202020204" pitchFamily="34" charset="0"/>
      <a:buChar char="▪"/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00355" indent="-180975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panose="020B0604020202020204" pitchFamily="34" charset="0"/>
      <a:buChar char="–"/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427355" indent="-125730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panose="020B0604020202020204" pitchFamily="34" charset="0"/>
      <a:buChar char="▫"/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542925" indent="-114300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panose="020B0604020202020204" pitchFamily="34" charset="0"/>
      <a:buChar char="-"/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emf"/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主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ing Draft Text" hidden="1"/>
          <p:cNvSpPr txBox="1">
            <a:spLocks noChangeArrowheads="1"/>
          </p:cNvSpPr>
          <p:nvPr userDrawn="1"/>
        </p:nvSpPr>
        <p:spPr bwMode="auto">
          <a:xfrm>
            <a:off x="3591727" y="349870"/>
            <a:ext cx="1014064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b="1" noProof="0"/>
              <a:t>WORKING DRAFT</a:t>
            </a:r>
            <a:endParaRPr lang="en-US" altLang="zh-CN" sz="900" b="1" noProof="0"/>
          </a:p>
        </p:txBody>
      </p:sp>
      <p:sp>
        <p:nvSpPr>
          <p:cNvPr id="6" name="Working Draft" hidden="1"/>
          <p:cNvSpPr txBox="1">
            <a:spLocks noChangeArrowheads="1"/>
          </p:cNvSpPr>
          <p:nvPr userDrawn="1"/>
        </p:nvSpPr>
        <p:spPr bwMode="auto">
          <a:xfrm>
            <a:off x="3591729" y="508605"/>
            <a:ext cx="2937514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noProof="0"/>
              <a:t>Last Modified 11/5/2014 11:37 PM China Standard Time</a:t>
            </a:r>
            <a:endParaRPr lang="en-US" altLang="zh-CN" sz="900" noProof="0"/>
          </a:p>
        </p:txBody>
      </p:sp>
      <p:sp>
        <p:nvSpPr>
          <p:cNvPr id="7" name="Printed" hidden="1"/>
          <p:cNvSpPr txBox="1">
            <a:spLocks noChangeArrowheads="1"/>
          </p:cNvSpPr>
          <p:nvPr userDrawn="1"/>
        </p:nvSpPr>
        <p:spPr bwMode="auto">
          <a:xfrm>
            <a:off x="3591730" y="668960"/>
            <a:ext cx="2610397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noProof="0"/>
              <a:t>Printed 10/31/2014 9:42 AM China Standard Time</a:t>
            </a:r>
            <a:endParaRPr lang="en-US" altLang="zh-CN" sz="900" noProof="0"/>
          </a:p>
        </p:txBody>
      </p:sp>
      <p:grpSp>
        <p:nvGrpSpPr>
          <p:cNvPr id="8" name="McK Title Elements"/>
          <p:cNvGrpSpPr/>
          <p:nvPr userDrawn="1"/>
        </p:nvGrpSpPr>
        <p:grpSpPr bwMode="auto">
          <a:xfrm>
            <a:off x="3" y="1"/>
            <a:ext cx="12187680" cy="6859620"/>
            <a:chOff x="0" y="0"/>
            <a:chExt cx="5643" cy="4235"/>
          </a:xfrm>
        </p:grpSpPr>
        <p:sp>
          <p:nvSpPr>
            <p:cNvPr id="9" name="McK Document type" hidden="1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400" baseline="0" noProof="0" dirty="0">
                  <a:latin typeface="+mn-lt"/>
                </a:rPr>
                <a:t>文件类型</a:t>
              </a:r>
              <a:endParaRPr lang="en-US" altLang="zh-CN" sz="1400" baseline="0" noProof="0" dirty="0">
                <a:latin typeface="+mn-lt"/>
              </a:endParaRPr>
            </a:p>
          </p:txBody>
        </p:sp>
        <p:sp>
          <p:nvSpPr>
            <p:cNvPr id="10" name="McK Date" hidden="1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400" baseline="0" noProof="0" dirty="0">
                  <a:latin typeface="+mn-lt"/>
                </a:rPr>
                <a:t>日期</a:t>
              </a:r>
              <a:endParaRPr lang="en-US" altLang="zh-CN" sz="1400" baseline="0" noProof="0" dirty="0">
                <a:latin typeface="+mn-lt"/>
              </a:endParaRPr>
            </a:p>
          </p:txBody>
        </p:sp>
        <p:sp>
          <p:nvSpPr>
            <p:cNvPr id="11" name="McK Disclaimer" hidden="1"/>
            <p:cNvSpPr>
              <a:spLocks noChangeArrowheads="1"/>
            </p:cNvSpPr>
            <p:nvPr/>
          </p:nvSpPr>
          <p:spPr bwMode="auto">
            <a:xfrm>
              <a:off x="1663" y="3714"/>
              <a:ext cx="322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defTabSz="804545" eaLnBrk="0" hangingPunct="0"/>
              <a:r>
                <a:rPr lang="zh-CN" altLang="en-US" sz="800" baseline="0" noProof="0" dirty="0">
                  <a:latin typeface="+mn-lt"/>
                </a:rPr>
                <a:t>机密和专有</a:t>
              </a:r>
              <a:endParaRPr lang="zh-CN" altLang="en-US" sz="800" baseline="0" noProof="0" dirty="0">
                <a:latin typeface="+mn-lt"/>
              </a:endParaRPr>
            </a:p>
            <a:p>
              <a:pPr defTabSz="804545" eaLnBrk="0" hangingPunct="0"/>
              <a:r>
                <a:rPr lang="zh-CN" altLang="en-US" sz="800" baseline="0" noProof="0" dirty="0">
                  <a:latin typeface="+mn-lt"/>
                </a:rPr>
                <a:t>未经</a:t>
              </a:r>
              <a:r>
                <a:rPr lang="zh-CN" altLang="en-US" sz="800" baseline="0" noProof="0">
                  <a:latin typeface="+mn-lt"/>
                </a:rPr>
                <a:t>麦肯锡许可，任何</a:t>
              </a:r>
              <a:r>
                <a:rPr lang="zh-CN" altLang="en-US" sz="800" baseline="0" noProof="0" dirty="0">
                  <a:latin typeface="+mn-lt"/>
                </a:rPr>
                <a:t>对此资料的使用严格禁止</a:t>
              </a:r>
              <a:endParaRPr lang="en-US" altLang="zh-CN" sz="800" baseline="0" noProof="0" dirty="0">
                <a:latin typeface="+mn-lt"/>
              </a:endParaRPr>
            </a:p>
          </p:txBody>
        </p:sp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760080" y="6574550"/>
            <a:ext cx="2226740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4869" y="7120"/>
            <a:ext cx="12197251" cy="6850879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-6350" y="2341503"/>
            <a:ext cx="12204700" cy="2174995"/>
            <a:chOff x="-6350" y="2341503"/>
            <a:chExt cx="12204700" cy="2174995"/>
          </a:xfrm>
          <a:solidFill>
            <a:srgbClr val="182C5E"/>
          </a:solidFill>
        </p:grpSpPr>
        <p:sp>
          <p:nvSpPr>
            <p:cNvPr id="21" name="矩形 20"/>
            <p:cNvSpPr/>
            <p:nvPr userDrawn="1"/>
          </p:nvSpPr>
          <p:spPr>
            <a:xfrm>
              <a:off x="238363" y="2605811"/>
              <a:ext cx="11959987" cy="19106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-6350" y="2341503"/>
              <a:ext cx="11959987" cy="19106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3314" name="Rectangle 102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415480" y="2876737"/>
            <a:ext cx="9505056" cy="89011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 dirty="0"/>
              <a:t>点击输入主标题内容</a:t>
            </a:r>
            <a:endParaRPr lang="en-US" altLang="zh-CN" noProof="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11675" y="978896"/>
            <a:ext cx="2993390" cy="11111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ing Draft Text" hidden="1"/>
          <p:cNvSpPr txBox="1">
            <a:spLocks noChangeArrowheads="1"/>
          </p:cNvSpPr>
          <p:nvPr/>
        </p:nvSpPr>
        <p:spPr bwMode="auto">
          <a:xfrm>
            <a:off x="3591727" y="349870"/>
            <a:ext cx="1014064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b="1" noProof="0"/>
              <a:t>WORKING DRAFT</a:t>
            </a:r>
            <a:endParaRPr lang="en-US" altLang="zh-CN" sz="900" b="1" noProof="0"/>
          </a:p>
        </p:txBody>
      </p:sp>
      <p:sp>
        <p:nvSpPr>
          <p:cNvPr id="6" name="Working Draft" hidden="1"/>
          <p:cNvSpPr txBox="1">
            <a:spLocks noChangeArrowheads="1"/>
          </p:cNvSpPr>
          <p:nvPr/>
        </p:nvSpPr>
        <p:spPr bwMode="auto">
          <a:xfrm>
            <a:off x="3591729" y="508605"/>
            <a:ext cx="2937514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noProof="0"/>
              <a:t>Last Modified 11/5/2014 11:37 PM China Standard Time</a:t>
            </a:r>
            <a:endParaRPr lang="en-US" altLang="zh-CN" sz="900" noProof="0"/>
          </a:p>
        </p:txBody>
      </p:sp>
      <p:sp>
        <p:nvSpPr>
          <p:cNvPr id="7" name="Printed" hidden="1"/>
          <p:cNvSpPr txBox="1">
            <a:spLocks noChangeArrowheads="1"/>
          </p:cNvSpPr>
          <p:nvPr/>
        </p:nvSpPr>
        <p:spPr bwMode="auto">
          <a:xfrm>
            <a:off x="3591730" y="668960"/>
            <a:ext cx="2610397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noProof="0"/>
              <a:t>Printed 10/31/2014 9:42 AM China Standard Time</a:t>
            </a:r>
            <a:endParaRPr lang="en-US" altLang="zh-CN" sz="900" noProof="0"/>
          </a:p>
        </p:txBody>
      </p:sp>
      <p:grpSp>
        <p:nvGrpSpPr>
          <p:cNvPr id="8" name="McK Title Elements"/>
          <p:cNvGrpSpPr/>
          <p:nvPr/>
        </p:nvGrpSpPr>
        <p:grpSpPr bwMode="auto">
          <a:xfrm>
            <a:off x="3" y="1"/>
            <a:ext cx="12187680" cy="6859620"/>
            <a:chOff x="0" y="0"/>
            <a:chExt cx="5643" cy="4235"/>
          </a:xfrm>
        </p:grpSpPr>
        <p:sp>
          <p:nvSpPr>
            <p:cNvPr id="9" name="McK Document type" hidden="1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400" baseline="0" noProof="0" dirty="0">
                  <a:latin typeface="+mn-lt"/>
                </a:rPr>
                <a:t>文件类型</a:t>
              </a:r>
              <a:endParaRPr lang="en-US" altLang="zh-CN" sz="1400" baseline="0" noProof="0" dirty="0">
                <a:latin typeface="+mn-lt"/>
              </a:endParaRPr>
            </a:p>
          </p:txBody>
        </p:sp>
        <p:sp>
          <p:nvSpPr>
            <p:cNvPr id="10" name="McK Date" hidden="1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400" baseline="0" noProof="0" dirty="0">
                  <a:latin typeface="+mn-lt"/>
                </a:rPr>
                <a:t>日期</a:t>
              </a:r>
              <a:endParaRPr lang="en-US" altLang="zh-CN" sz="1400" baseline="0" noProof="0" dirty="0">
                <a:latin typeface="+mn-lt"/>
              </a:endParaRPr>
            </a:p>
          </p:txBody>
        </p:sp>
        <p:sp>
          <p:nvSpPr>
            <p:cNvPr id="11" name="McK Disclaimer" hidden="1"/>
            <p:cNvSpPr>
              <a:spLocks noChangeArrowheads="1"/>
            </p:cNvSpPr>
            <p:nvPr/>
          </p:nvSpPr>
          <p:spPr bwMode="auto">
            <a:xfrm>
              <a:off x="1663" y="3714"/>
              <a:ext cx="322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defTabSz="804545" eaLnBrk="0" hangingPunct="0"/>
              <a:r>
                <a:rPr lang="zh-CN" altLang="en-US" sz="800" baseline="0" noProof="0" dirty="0">
                  <a:latin typeface="+mn-lt"/>
                </a:rPr>
                <a:t>机密和专有</a:t>
              </a:r>
              <a:endParaRPr lang="zh-CN" altLang="en-US" sz="800" baseline="0" noProof="0" dirty="0">
                <a:latin typeface="+mn-lt"/>
              </a:endParaRPr>
            </a:p>
            <a:p>
              <a:pPr defTabSz="804545" eaLnBrk="0" hangingPunct="0"/>
              <a:r>
                <a:rPr lang="zh-CN" altLang="en-US" sz="800" baseline="0" noProof="0" dirty="0">
                  <a:latin typeface="+mn-lt"/>
                </a:rPr>
                <a:t>未经</a:t>
              </a:r>
              <a:r>
                <a:rPr lang="zh-CN" altLang="en-US" sz="800" baseline="0" noProof="0">
                  <a:latin typeface="+mn-lt"/>
                </a:rPr>
                <a:t>麦肯锡许可，任何</a:t>
              </a:r>
              <a:r>
                <a:rPr lang="zh-CN" altLang="en-US" sz="800" baseline="0" noProof="0" dirty="0">
                  <a:latin typeface="+mn-lt"/>
                </a:rPr>
                <a:t>对此资料的使用严格禁止</a:t>
              </a:r>
              <a:endParaRPr lang="en-US" altLang="zh-CN" sz="800" baseline="0" noProof="0" dirty="0">
                <a:latin typeface="+mn-lt"/>
              </a:endParaRPr>
            </a:p>
          </p:txBody>
        </p:sp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760080" y="6574550"/>
            <a:ext cx="2226740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4869" y="7120"/>
            <a:ext cx="12197251" cy="6850879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238364" y="2605811"/>
            <a:ext cx="1963478" cy="1910687"/>
          </a:xfrm>
          <a:prstGeom prst="rect">
            <a:avLst/>
          </a:prstGeom>
          <a:solidFill>
            <a:srgbClr val="3E3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-6349" y="2341503"/>
            <a:ext cx="1963478" cy="1910687"/>
          </a:xfrm>
          <a:prstGeom prst="rect">
            <a:avLst/>
          </a:prstGeom>
          <a:solidFill>
            <a:srgbClr val="1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标题 4"/>
          <p:cNvSpPr txBox="1"/>
          <p:nvPr userDrawn="1"/>
        </p:nvSpPr>
        <p:spPr>
          <a:xfrm>
            <a:off x="197894" y="3429000"/>
            <a:ext cx="1554992" cy="3852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19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0" name="标题 4"/>
          <p:cNvSpPr txBox="1"/>
          <p:nvPr userDrawn="1"/>
        </p:nvSpPr>
        <p:spPr>
          <a:xfrm>
            <a:off x="-6349" y="2730255"/>
            <a:ext cx="2124506" cy="6872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>目   录</a:t>
            </a:r>
            <a:endParaRPr lang="zh-CN" altLang="en-US" sz="3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ing Draft Text" hidden="1"/>
          <p:cNvSpPr txBox="1">
            <a:spLocks noChangeArrowheads="1"/>
          </p:cNvSpPr>
          <p:nvPr/>
        </p:nvSpPr>
        <p:spPr bwMode="auto">
          <a:xfrm>
            <a:off x="3591727" y="349870"/>
            <a:ext cx="1014064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b="1" noProof="0"/>
              <a:t>WORKING DRAFT</a:t>
            </a:r>
            <a:endParaRPr lang="en-US" altLang="zh-CN" sz="900" b="1" noProof="0"/>
          </a:p>
        </p:txBody>
      </p:sp>
      <p:sp>
        <p:nvSpPr>
          <p:cNvPr id="6" name="Working Draft" hidden="1"/>
          <p:cNvSpPr txBox="1">
            <a:spLocks noChangeArrowheads="1"/>
          </p:cNvSpPr>
          <p:nvPr/>
        </p:nvSpPr>
        <p:spPr bwMode="auto">
          <a:xfrm>
            <a:off x="3591729" y="508605"/>
            <a:ext cx="2937514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noProof="0"/>
              <a:t>Last Modified 11/5/2014 11:37 PM China Standard Time</a:t>
            </a:r>
            <a:endParaRPr lang="en-US" altLang="zh-CN" sz="900" noProof="0"/>
          </a:p>
        </p:txBody>
      </p:sp>
      <p:sp>
        <p:nvSpPr>
          <p:cNvPr id="7" name="Printed" hidden="1"/>
          <p:cNvSpPr txBox="1">
            <a:spLocks noChangeArrowheads="1"/>
          </p:cNvSpPr>
          <p:nvPr/>
        </p:nvSpPr>
        <p:spPr bwMode="auto">
          <a:xfrm>
            <a:off x="3591730" y="668960"/>
            <a:ext cx="2610397" cy="1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900" noProof="0"/>
              <a:t>Printed 10/31/2014 9:42 AM China Standard Time</a:t>
            </a:r>
            <a:endParaRPr lang="en-US" altLang="zh-CN" sz="900" noProof="0"/>
          </a:p>
        </p:txBody>
      </p:sp>
      <p:grpSp>
        <p:nvGrpSpPr>
          <p:cNvPr id="8" name="McK Title Elements"/>
          <p:cNvGrpSpPr/>
          <p:nvPr/>
        </p:nvGrpSpPr>
        <p:grpSpPr bwMode="auto">
          <a:xfrm>
            <a:off x="3" y="1"/>
            <a:ext cx="12187680" cy="6859620"/>
            <a:chOff x="0" y="0"/>
            <a:chExt cx="5643" cy="4235"/>
          </a:xfrm>
        </p:grpSpPr>
        <p:sp>
          <p:nvSpPr>
            <p:cNvPr id="9" name="McK Document type" hidden="1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400" baseline="0" noProof="0" dirty="0">
                  <a:latin typeface="+mn-lt"/>
                </a:rPr>
                <a:t>文件类型</a:t>
              </a:r>
              <a:endParaRPr lang="en-US" altLang="zh-CN" sz="1400" baseline="0" noProof="0" dirty="0">
                <a:latin typeface="+mn-lt"/>
              </a:endParaRPr>
            </a:p>
          </p:txBody>
        </p:sp>
        <p:sp>
          <p:nvSpPr>
            <p:cNvPr id="10" name="McK Date" hidden="1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400" baseline="0" noProof="0" dirty="0">
                  <a:latin typeface="+mn-lt"/>
                </a:rPr>
                <a:t>日期</a:t>
              </a:r>
              <a:endParaRPr lang="en-US" altLang="zh-CN" sz="1400" baseline="0" noProof="0" dirty="0">
                <a:latin typeface="+mn-lt"/>
              </a:endParaRPr>
            </a:p>
          </p:txBody>
        </p:sp>
        <p:sp>
          <p:nvSpPr>
            <p:cNvPr id="11" name="McK Disclaimer" hidden="1"/>
            <p:cNvSpPr>
              <a:spLocks noChangeArrowheads="1"/>
            </p:cNvSpPr>
            <p:nvPr/>
          </p:nvSpPr>
          <p:spPr bwMode="auto">
            <a:xfrm>
              <a:off x="1663" y="3714"/>
              <a:ext cx="322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defTabSz="804545" eaLnBrk="0" hangingPunct="0"/>
              <a:r>
                <a:rPr lang="zh-CN" altLang="en-US" sz="800" baseline="0" noProof="0" dirty="0">
                  <a:latin typeface="+mn-lt"/>
                </a:rPr>
                <a:t>机密和专有</a:t>
              </a:r>
              <a:endParaRPr lang="zh-CN" altLang="en-US" sz="800" baseline="0" noProof="0" dirty="0">
                <a:latin typeface="+mn-lt"/>
              </a:endParaRPr>
            </a:p>
            <a:p>
              <a:pPr defTabSz="804545" eaLnBrk="0" hangingPunct="0"/>
              <a:r>
                <a:rPr lang="zh-CN" altLang="en-US" sz="800" baseline="0" noProof="0" dirty="0">
                  <a:latin typeface="+mn-lt"/>
                </a:rPr>
                <a:t>未经</a:t>
              </a:r>
              <a:r>
                <a:rPr lang="zh-CN" altLang="en-US" sz="800" baseline="0" noProof="0">
                  <a:latin typeface="+mn-lt"/>
                </a:rPr>
                <a:t>麦肯锡许可，任何</a:t>
              </a:r>
              <a:r>
                <a:rPr lang="zh-CN" altLang="en-US" sz="800" baseline="0" noProof="0" dirty="0">
                  <a:latin typeface="+mn-lt"/>
                </a:rPr>
                <a:t>对此资料的使用严格禁止</a:t>
              </a:r>
              <a:endParaRPr lang="en-US" altLang="zh-CN" sz="800" baseline="0" noProof="0" dirty="0">
                <a:latin typeface="+mn-lt"/>
              </a:endParaRPr>
            </a:p>
          </p:txBody>
        </p:sp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zh-CN" sz="1600" noProof="0"/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760080" y="6574550"/>
            <a:ext cx="2226740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4869" y="7120"/>
            <a:ext cx="12197251" cy="685087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0388" y="2306451"/>
            <a:ext cx="792088" cy="32603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034" y="4225513"/>
            <a:ext cx="792088" cy="326034"/>
          </a:xfrm>
          <a:prstGeom prst="rect">
            <a:avLst/>
          </a:prstGeom>
        </p:spPr>
      </p:pic>
      <p:sp>
        <p:nvSpPr>
          <p:cNvPr id="21" name="矩形 20"/>
          <p:cNvSpPr/>
          <p:nvPr userDrawn="1"/>
        </p:nvSpPr>
        <p:spPr>
          <a:xfrm>
            <a:off x="0" y="2591288"/>
            <a:ext cx="12198349" cy="1675423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平行四边形 1"/>
          <p:cNvSpPr/>
          <p:nvPr userDrawn="1"/>
        </p:nvSpPr>
        <p:spPr>
          <a:xfrm>
            <a:off x="938530" y="2306320"/>
            <a:ext cx="2925445" cy="2251075"/>
          </a:xfrm>
          <a:prstGeom prst="parallelogram">
            <a:avLst/>
          </a:prstGeom>
          <a:solidFill>
            <a:srgbClr val="182C5E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636627" y="2781000"/>
            <a:ext cx="1568160" cy="12960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80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127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80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2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5311686" y="3028738"/>
            <a:ext cx="5413713" cy="432048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zh-CN" altLang="en-US" sz="3200" b="1" kern="120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27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80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2pPr>
          </a:lstStyle>
          <a:p>
            <a:pPr lvl="0"/>
            <a:r>
              <a:rPr lang="zh-CN" altLang="en-US" dirty="0"/>
              <a:t>点击输入标题内容</a:t>
            </a:r>
            <a:endParaRPr lang="zh-CN" altLang="en-US" dirty="0"/>
          </a:p>
        </p:txBody>
      </p:sp>
      <p:sp>
        <p:nvSpPr>
          <p:cNvPr id="28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5311686" y="3546486"/>
            <a:ext cx="5413713" cy="432048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zh-CN" altLang="en-US" sz="1800" kern="1200" dirty="0">
                <a:solidFill>
                  <a:srgbClr val="3E3A3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127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80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2pPr>
          </a:lstStyle>
          <a:p>
            <a:pPr lvl="0"/>
            <a:r>
              <a:rPr lang="zh-CN" altLang="en-US" dirty="0"/>
              <a:t>点击输入标题内容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61" y="1625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3" imgW="3175" imgH="3175" progId="TCLayout.ActiveDocument.1">
                  <p:embed/>
                </p:oleObj>
              </mc:Choice>
              <mc:Fallback>
                <p:oleObj name="think-cell Slide" r:id="rId3" imgW="3175" imgH="3175" progId="TCLayout.ActiveDocument.1">
                  <p:embed/>
                  <p:pic>
                    <p:nvPicPr>
                      <p:cNvPr id="0" name="图片 9014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1" y="1625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898870" y="247264"/>
            <a:ext cx="11173794" cy="39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Autofit/>
          </a:bodyPr>
          <a:lstStyle/>
          <a:p>
            <a:pPr lvl="0"/>
            <a:r>
              <a:rPr lang="zh-CN" altLang="en-US" noProof="0" dirty="0"/>
              <a:t>单击此处编辑标题内容</a:t>
            </a:r>
            <a:endParaRPr lang="en-US" altLang="zh-CN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1" y="1593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Slide" r:id="rId3" imgW="8255" imgH="8255" progId="TCLayout.ActiveDocument.1">
                  <p:embed/>
                </p:oleObj>
              </mc:Choice>
              <mc:Fallback>
                <p:oleObj name="think-cell Slide" r:id="rId3" imgW="8255" imgH="8255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1" y="1593"/>
                        <a:ext cx="211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  <p:sp>
        <p:nvSpPr>
          <p:cNvPr id="9" name="副标题 2"/>
          <p:cNvSpPr txBox="1"/>
          <p:nvPr userDrawn="1"/>
        </p:nvSpPr>
        <p:spPr>
          <a:xfrm>
            <a:off x="4390583" y="4426463"/>
            <a:ext cx="3410835" cy="4043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20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洞悉未来</a:t>
            </a:r>
            <a:r>
              <a:rPr kumimoji="1" lang="en-US" altLang="zh-CN" sz="220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20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志存高远</a:t>
            </a:r>
            <a:endParaRPr kumimoji="1" lang="zh-CN" altLang="en-US" sz="2200" dirty="0">
              <a:solidFill>
                <a:srgbClr val="3E3A3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cxnSp>
        <p:nvCxnSpPr>
          <p:cNvPr id="11" name="直线连接符 12"/>
          <p:cNvCxnSpPr/>
          <p:nvPr userDrawn="1"/>
        </p:nvCxnSpPr>
        <p:spPr>
          <a:xfrm>
            <a:off x="0" y="1908689"/>
            <a:ext cx="411480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4"/>
          <p:cNvCxnSpPr/>
          <p:nvPr userDrawn="1"/>
        </p:nvCxnSpPr>
        <p:spPr>
          <a:xfrm>
            <a:off x="8077200" y="1912233"/>
            <a:ext cx="411480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4"/>
          <p:cNvSpPr txBox="1"/>
          <p:nvPr userDrawn="1"/>
        </p:nvSpPr>
        <p:spPr bwMode="auto">
          <a:xfrm>
            <a:off x="2167258" y="1454126"/>
            <a:ext cx="7857484" cy="930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rmAutofit fontScale="97500"/>
          </a:bodyPr>
          <a:lstStyle>
            <a:lvl1pPr algn="ctr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361950" algn="l"/>
                <a:tab pos="6544945" algn="l"/>
              </a:tabLst>
              <a:defRPr sz="60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kern="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zh-CN" altLang="en-US" kern="0" dirty="0">
              <a:solidFill>
                <a:srgbClr val="3E3A39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644650" y="6381115"/>
            <a:ext cx="10612755" cy="502920"/>
          </a:xfrm>
          <a:prstGeom prst="rect">
            <a:avLst/>
          </a:prstGeom>
          <a:solidFill>
            <a:srgbClr val="182C5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oleObject" Target="../embeddings/oleObject3.bin"/><Relationship Id="rId7" Type="http://schemas.openxmlformats.org/officeDocument/2006/relationships/tags" Target="../tags/tag3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vmlDrawing" Target="../drawings/vmlDrawing3.v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031D5-BF4D-40C6-BA6B-9631254EFA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C48EB-98D5-4352-8230-79724C38335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832000" y="6498000"/>
            <a:ext cx="360000" cy="360000"/>
          </a:xfrm>
          <a:prstGeom prst="rect">
            <a:avLst/>
          </a:prstGeom>
          <a:solidFill>
            <a:srgbClr val="1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6498000"/>
            <a:ext cx="11330098" cy="360000"/>
          </a:xfrm>
          <a:prstGeom prst="rect">
            <a:avLst/>
          </a:prstGeom>
          <a:solidFill>
            <a:srgbClr val="182C5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TextBox 2"/>
          <p:cNvSpPr txBox="1"/>
          <p:nvPr userDrawn="1"/>
        </p:nvSpPr>
        <p:spPr>
          <a:xfrm>
            <a:off x="11433126" y="6592477"/>
            <a:ext cx="284012" cy="17104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7C463A83-A98E-40DB-B7A6-BC1227D3E646}" type="slidenum">
              <a:rPr kumimoji="1" lang="en-US" sz="1600" kern="120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1" lang="en-US" sz="1600" kern="12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Slide" r:id="rId8" imgW="12700" imgH="12700" progId="TCLayout.ActiveDocument.1">
                  <p:embed/>
                </p:oleObj>
              </mc:Choice>
              <mc:Fallback>
                <p:oleObj name="think-cell Slide" r:id="rId8" imgW="12700" imgH="12700" progId="TCLayout.ActiveDocument.1">
                  <p:embed/>
                  <p:pic>
                    <p:nvPicPr>
                      <p:cNvPr id="0" name="图片 87444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Working Draft" hidden="1"/>
          <p:cNvSpPr txBox="1">
            <a:spLocks noChangeArrowheads="1"/>
          </p:cNvSpPr>
          <p:nvPr/>
        </p:nvSpPr>
        <p:spPr bwMode="auto">
          <a:xfrm rot="5400000">
            <a:off x="11113180" y="1972311"/>
            <a:ext cx="1967582" cy="9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600" noProof="0"/>
              <a:t>Last Modified 11/5/2014 11:37 PM China Standard Time</a:t>
            </a:r>
            <a:endParaRPr lang="en-US" altLang="zh-CN" sz="1600" noProof="0"/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auto">
          <a:xfrm rot="5400000">
            <a:off x="11222765" y="4197989"/>
            <a:ext cx="1748417" cy="9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600" noProof="0"/>
              <a:t>Printed 10/31/2014 9:42 AM China Standard Time</a:t>
            </a:r>
            <a:endParaRPr lang="en-US" altLang="zh-CN" sz="1600" noProof="0"/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898870" y="247264"/>
            <a:ext cx="11173794" cy="39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Autofit/>
          </a:bodyPr>
          <a:lstStyle/>
          <a:p>
            <a:pPr lvl="0"/>
            <a:r>
              <a:rPr lang="zh-CN" altLang="en-US" noProof="0" dirty="0"/>
              <a:t>单击此处编辑标题内容</a:t>
            </a:r>
            <a:endParaRPr lang="en-US" altLang="zh-CN" noProof="0" dirty="0"/>
          </a:p>
        </p:txBody>
      </p:sp>
      <p:sp>
        <p:nvSpPr>
          <p:cNvPr id="12" name="McK 1. On-page tracker" hidden="1"/>
          <p:cNvSpPr>
            <a:spLocks noChangeArrowheads="1"/>
          </p:cNvSpPr>
          <p:nvPr/>
        </p:nvSpPr>
        <p:spPr bwMode="auto">
          <a:xfrm>
            <a:off x="161986" y="27536"/>
            <a:ext cx="876675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1400" noProof="0" dirty="0">
                <a:solidFill>
                  <a:srgbClr val="808080"/>
                </a:solidFill>
                <a:latin typeface="+mn-lt"/>
              </a:rPr>
              <a:t>TRACKER</a:t>
            </a:r>
            <a:endParaRPr lang="en-US" altLang="zh-CN" sz="1400" noProof="0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13" name="McK 3. Unit of measure" hidden="1"/>
          <p:cNvSpPr txBox="1">
            <a:spLocks noChangeArrowheads="1"/>
          </p:cNvSpPr>
          <p:nvPr/>
        </p:nvSpPr>
        <p:spPr bwMode="auto">
          <a:xfrm>
            <a:off x="161987" y="542620"/>
            <a:ext cx="11725484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44930" defTabSz="8953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92605" defTabSz="8953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498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070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42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214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00" noProof="0">
                <a:solidFill>
                  <a:srgbClr val="808080"/>
                </a:solidFill>
              </a:rPr>
              <a:t>Unit of measure</a:t>
            </a:r>
            <a:endParaRPr lang="en-US" altLang="zh-CN" sz="1600" noProof="0">
              <a:solidFill>
                <a:srgbClr val="808080"/>
              </a:solidFill>
            </a:endParaRPr>
          </a:p>
        </p:txBody>
      </p:sp>
      <p:grpSp>
        <p:nvGrpSpPr>
          <p:cNvPr id="14" name="McK Slide Elements" hidden="1"/>
          <p:cNvGrpSpPr/>
          <p:nvPr/>
        </p:nvGrpSpPr>
        <p:grpSpPr bwMode="auto">
          <a:xfrm>
            <a:off x="161985" y="6203623"/>
            <a:ext cx="11630454" cy="518318"/>
            <a:chOff x="75" y="3830"/>
            <a:chExt cx="5385" cy="320"/>
          </a:xfrm>
        </p:grpSpPr>
        <p:sp>
          <p:nvSpPr>
            <p:cNvPr id="15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217930" defTabSz="8953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405255" defTabSz="8953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792605" defTabSz="8953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49805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07005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164205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21405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n-US" altLang="zh-CN" sz="1000" baseline="0" noProof="0" dirty="0">
                  <a:latin typeface="+mn-lt"/>
                </a:rPr>
                <a:t>1 </a:t>
              </a:r>
              <a:r>
                <a:rPr lang="zh-CN" altLang="en-US" sz="1000" baseline="0" noProof="0" dirty="0">
                  <a:latin typeface="+mn-lt"/>
                </a:rPr>
                <a:t>注</a:t>
              </a:r>
              <a:endParaRPr lang="en-US" altLang="zh-CN" sz="1000" baseline="0" noProof="0" dirty="0">
                <a:latin typeface="+mn-lt"/>
              </a:endParaRPr>
            </a:p>
          </p:txBody>
        </p:sp>
        <p:sp>
          <p:nvSpPr>
            <p:cNvPr id="16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09600" indent="-609600" defTabSz="895350">
                <a:tabLst>
                  <a:tab pos="612775" algn="l"/>
                </a:tabLst>
              </a:pPr>
              <a:r>
                <a:rPr lang="zh-CN" altLang="en-US" sz="1000" baseline="0" dirty="0">
                  <a:solidFill>
                    <a:schemeClr val="tx1"/>
                  </a:solidFill>
                  <a:latin typeface="+mn-lt"/>
                </a:rPr>
                <a:t>资料来源：</a:t>
              </a:r>
              <a:endParaRPr lang="en-US" altLang="zh-CN" sz="1000" baseline="0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17" name="ACET" hidden="1"/>
          <p:cNvGrpSpPr/>
          <p:nvPr/>
        </p:nvGrpSpPr>
        <p:grpSpPr bwMode="auto">
          <a:xfrm>
            <a:off x="1976207" y="1150019"/>
            <a:ext cx="5801188" cy="518318"/>
            <a:chOff x="915" y="710"/>
            <a:chExt cx="2686" cy="320"/>
          </a:xfrm>
        </p:grpSpPr>
        <p:cxnSp>
          <p:nvCxnSpPr>
            <p:cNvPr id="18" name="AutoShape 249"/>
            <p:cNvCxnSpPr>
              <a:cxnSpLocks noChangeShapeType="1"/>
              <a:stCxn id="20" idx="4"/>
              <a:endCxn id="20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altLang="zh-CN" sz="1600" b="1" noProof="0"/>
                <a:t>Title</a:t>
              </a:r>
              <a:endParaRPr lang="en-US" altLang="zh-CN" sz="1600" b="1" noProof="0"/>
            </a:p>
            <a:p>
              <a:r>
                <a:rPr lang="en-US" altLang="zh-CN" sz="1600" noProof="0">
                  <a:solidFill>
                    <a:srgbClr val="808080"/>
                  </a:solidFill>
                </a:rPr>
                <a:t>Unit of measure</a:t>
              </a:r>
              <a:endParaRPr lang="en-US" altLang="zh-CN" sz="1600" noProof="0">
                <a:solidFill>
                  <a:srgbClr val="808080"/>
                </a:solidFill>
              </a:endParaRPr>
            </a:p>
          </p:txBody>
        </p:sp>
      </p:grpSp>
      <p:sp>
        <p:nvSpPr>
          <p:cNvPr id="33" name="矩形 32"/>
          <p:cNvSpPr/>
          <p:nvPr userDrawn="1"/>
        </p:nvSpPr>
        <p:spPr>
          <a:xfrm>
            <a:off x="0" y="0"/>
            <a:ext cx="288000" cy="288000"/>
          </a:xfrm>
          <a:prstGeom prst="rect">
            <a:avLst/>
          </a:prstGeom>
          <a:solidFill>
            <a:srgbClr val="3E3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" name="矩形 33"/>
          <p:cNvSpPr/>
          <p:nvPr userDrawn="1"/>
        </p:nvSpPr>
        <p:spPr>
          <a:xfrm>
            <a:off x="288000" y="288000"/>
            <a:ext cx="450000" cy="450000"/>
          </a:xfrm>
          <a:prstGeom prst="rect">
            <a:avLst/>
          </a:prstGeom>
          <a:solidFill>
            <a:srgbClr val="182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5" name="直线连接符 6"/>
          <p:cNvCxnSpPr/>
          <p:nvPr userDrawn="1"/>
        </p:nvCxnSpPr>
        <p:spPr>
          <a:xfrm>
            <a:off x="738000" y="728475"/>
            <a:ext cx="11472000" cy="0"/>
          </a:xfrm>
          <a:prstGeom prst="line">
            <a:avLst/>
          </a:prstGeom>
          <a:solidFill>
            <a:srgbClr val="182C5E"/>
          </a:solidFill>
          <a:ln w="19050">
            <a:solidFill>
              <a:srgbClr val="132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 userDrawn="1"/>
        </p:nvSpPr>
        <p:spPr>
          <a:xfrm>
            <a:off x="11832000" y="6498000"/>
            <a:ext cx="360000" cy="360000"/>
          </a:xfrm>
          <a:prstGeom prst="rect">
            <a:avLst/>
          </a:prstGeom>
          <a:solidFill>
            <a:srgbClr val="1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矩形 37"/>
          <p:cNvSpPr/>
          <p:nvPr userDrawn="1"/>
        </p:nvSpPr>
        <p:spPr>
          <a:xfrm>
            <a:off x="0" y="6498000"/>
            <a:ext cx="11330098" cy="360000"/>
          </a:xfrm>
          <a:prstGeom prst="rect">
            <a:avLst/>
          </a:prstGeom>
          <a:solidFill>
            <a:srgbClr val="182C5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4" name="TextBox 2"/>
          <p:cNvSpPr txBox="1"/>
          <p:nvPr userDrawn="1"/>
        </p:nvSpPr>
        <p:spPr>
          <a:xfrm>
            <a:off x="11433126" y="6592477"/>
            <a:ext cx="284012" cy="17104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7C463A83-A98E-40DB-B7A6-BC1227D3E646}" type="slidenum">
              <a:rPr kumimoji="1" lang="en-US" sz="1600" kern="120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1" lang="en-US" sz="1600" kern="12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895350" rtl="0" eaLnBrk="1" fontAlgn="base" hangingPunct="1">
        <a:spcBef>
          <a:spcPct val="0"/>
        </a:spcBef>
        <a:spcAft>
          <a:spcPct val="0"/>
        </a:spcAft>
        <a:tabLst>
          <a:tab pos="361950" algn="l"/>
          <a:tab pos="6544945" algn="l"/>
        </a:tabLst>
        <a:defRPr sz="2200" b="1">
          <a:solidFill>
            <a:schemeClr val="tx1"/>
          </a:solidFill>
          <a:latin typeface="+mj-ea"/>
          <a:ea typeface="+mj-ea"/>
          <a:cs typeface="+mj-cs"/>
        </a:defRPr>
      </a:lvl1pPr>
      <a:lvl2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2pPr>
      <a:lvl3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3pPr>
      <a:lvl4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4pPr>
      <a:lvl5pPr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5pPr>
      <a:lvl6pPr marL="4572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6pPr>
      <a:lvl7pPr marL="9144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7pPr>
      <a:lvl8pPr marL="13716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8pPr>
      <a:lvl9pPr marL="1828800" algn="l" defTabSz="895350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0" indent="0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3675" indent="-19240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anose="020B0604020202020204" pitchFamily="34" charset="0"/>
        <a:buChar char="▪"/>
        <a:defRPr sz="1600" baseline="0">
          <a:solidFill>
            <a:schemeClr val="tx1"/>
          </a:solidFill>
          <a:latin typeface="+mn-lt"/>
        </a:defRPr>
      </a:lvl2pPr>
      <a:lvl3pPr marL="457200" indent="-26225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anose="020B0604020202020204" pitchFamily="34" charset="0"/>
        <a:buChar char="–"/>
        <a:defRPr sz="1600" baseline="0">
          <a:solidFill>
            <a:schemeClr val="tx1"/>
          </a:solidFill>
          <a:latin typeface="+mn-lt"/>
        </a:defRPr>
      </a:lvl3pPr>
      <a:lvl4pPr marL="614680" indent="-1555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anose="020B0604020202020204" pitchFamily="34" charset="0"/>
        <a:buChar char="▫"/>
        <a:defRPr sz="1600" baseline="0">
          <a:solidFill>
            <a:schemeClr val="tx1"/>
          </a:solidFill>
          <a:latin typeface="+mn-lt"/>
        </a:defRPr>
      </a:lvl4pPr>
      <a:lvl5pPr marL="749935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anose="020B0604020202020204" pitchFamily="34" charset="0"/>
        <a:buChar char="-"/>
        <a:defRPr sz="1600" baseline="0">
          <a:solidFill>
            <a:schemeClr val="tx1"/>
          </a:solidFill>
          <a:latin typeface="+mn-lt"/>
        </a:defRPr>
      </a:lvl5pPr>
      <a:lvl6pPr marL="749935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anose="020B0604020202020204" pitchFamily="34" charset="0"/>
        <a:buChar char="-"/>
        <a:defRPr sz="1600">
          <a:solidFill>
            <a:schemeClr val="tx1"/>
          </a:solidFill>
          <a:latin typeface="+mn-lt"/>
        </a:defRPr>
      </a:lvl6pPr>
      <a:lvl7pPr marL="749935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anose="020B0604020202020204" pitchFamily="34" charset="0"/>
        <a:buChar char="-"/>
        <a:defRPr sz="1600">
          <a:solidFill>
            <a:schemeClr val="tx1"/>
          </a:solidFill>
          <a:latin typeface="+mn-lt"/>
        </a:defRPr>
      </a:lvl7pPr>
      <a:lvl8pPr marL="749935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anose="020B0604020202020204" pitchFamily="34" charset="0"/>
        <a:buChar char="-"/>
        <a:defRPr sz="1600">
          <a:solidFill>
            <a:schemeClr val="tx1"/>
          </a:solidFill>
          <a:latin typeface="+mn-lt"/>
        </a:defRPr>
      </a:lvl8pPr>
      <a:lvl9pPr marL="749935" indent="-130175" algn="l" defTabSz="89535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anose="020B0604020202020204" pitchFamily="34" charset="0"/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image" Target="../media/image10.emf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../media/image9.emf"/><Relationship Id="rId3" Type="http://schemas.openxmlformats.org/officeDocument/2006/relationships/tags" Target="../tags/tag6.xml"/><Relationship Id="rId21" Type="http://schemas.openxmlformats.org/officeDocument/2006/relationships/slideLayout" Target="../slideLayouts/slideLayout13.xml"/><Relationship Id="rId20" Type="http://schemas.openxmlformats.org/officeDocument/2006/relationships/tags" Target="../tags/tag21.xml"/><Relationship Id="rId2" Type="http://schemas.openxmlformats.org/officeDocument/2006/relationships/tags" Target="../tags/tag5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5480" y="2756824"/>
            <a:ext cx="9505056" cy="1344351"/>
          </a:xfrm>
        </p:spPr>
        <p:txBody>
          <a:bodyPr/>
          <a:lstStyle/>
          <a:p>
            <a:r>
              <a:rPr lang="zh-CN" sz="5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实习期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sz="5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工作总结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报告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Rectangle 1026"/>
          <p:cNvSpPr txBox="1">
            <a:spLocks noChangeArrowheads="1"/>
          </p:cNvSpPr>
          <p:nvPr/>
        </p:nvSpPr>
        <p:spPr bwMode="auto">
          <a:xfrm>
            <a:off x="1567880" y="5138420"/>
            <a:ext cx="9505056" cy="89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Autofit/>
          </a:bodyPr>
          <a:lstStyle>
            <a:lvl1pPr algn="ctr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 sz="4400" b="1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89535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汇报人：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XXX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marR="0" lvl="0" indent="0" algn="ctr" defTabSz="89535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XXX         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marR="0" lvl="0" indent="0" algn="ctr" defTabSz="89535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XXXX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年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XX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月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XX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日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3520" y="3788410"/>
            <a:ext cx="22110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入职时间：</a:t>
            </a:r>
            <a:endParaRPr kumimoji="1"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平行四边形 20"/>
          <p:cNvSpPr/>
          <p:nvPr>
            <p:custDataLst>
              <p:tags r:id="rId1"/>
            </p:custDataLst>
          </p:nvPr>
        </p:nvSpPr>
        <p:spPr>
          <a:xfrm>
            <a:off x="4943475" y="4640580"/>
            <a:ext cx="751840" cy="613410"/>
          </a:xfrm>
          <a:prstGeom prst="parallelogram">
            <a:avLst/>
          </a:prstGeom>
          <a:solidFill>
            <a:srgbClr val="182C5E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 err="1">
              <a:solidFill>
                <a:schemeClr val="tx1"/>
              </a:solidFill>
            </a:endParaRPr>
          </a:p>
        </p:txBody>
      </p:sp>
      <p:sp>
        <p:nvSpPr>
          <p:cNvPr id="20" name="平行四边形 19"/>
          <p:cNvSpPr/>
          <p:nvPr>
            <p:custDataLst>
              <p:tags r:id="rId2"/>
            </p:custDataLst>
          </p:nvPr>
        </p:nvSpPr>
        <p:spPr>
          <a:xfrm>
            <a:off x="4994910" y="3639820"/>
            <a:ext cx="751840" cy="613410"/>
          </a:xfrm>
          <a:prstGeom prst="parallelogram">
            <a:avLst/>
          </a:prstGeom>
          <a:solidFill>
            <a:srgbClr val="182C5E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 err="1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35679" y="4640827"/>
            <a:ext cx="4415328" cy="580064"/>
          </a:xfrm>
          <a:prstGeom prst="rect">
            <a:avLst/>
          </a:prstGeom>
        </p:spPr>
      </p:pic>
      <p:sp>
        <p:nvSpPr>
          <p:cNvPr id="4" name="副标题 2"/>
          <p:cNvSpPr txBox="1"/>
          <p:nvPr>
            <p:custDataLst>
              <p:tags r:id="rId5"/>
            </p:custDataLst>
          </p:nvPr>
        </p:nvSpPr>
        <p:spPr>
          <a:xfrm>
            <a:off x="5037172" y="4732481"/>
            <a:ext cx="612068" cy="396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kumimoji="1" lang="zh-CN" altLang="en-US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2"/>
          <p:cNvSpPr txBox="1"/>
          <p:nvPr>
            <p:custDataLst>
              <p:tags r:id="rId6"/>
            </p:custDataLst>
          </p:nvPr>
        </p:nvSpPr>
        <p:spPr>
          <a:xfrm>
            <a:off x="5903337" y="4796968"/>
            <a:ext cx="4090886" cy="267782"/>
          </a:xfrm>
          <a:prstGeom prst="rect">
            <a:avLst/>
          </a:prstGeom>
        </p:spPr>
        <p:txBody>
          <a:bodyPr vert="horz" lIns="3600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200" b="1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kumimoji="1" lang="zh-CN" altLang="en-US" sz="2200" b="1" dirty="0">
              <a:solidFill>
                <a:srgbClr val="3E3A3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10720" y="2638601"/>
            <a:ext cx="720080" cy="58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63233" y="2638601"/>
            <a:ext cx="4387774" cy="580064"/>
          </a:xfrm>
          <a:prstGeom prst="rect">
            <a:avLst/>
          </a:prstGeom>
        </p:spPr>
      </p:pic>
      <p:sp>
        <p:nvSpPr>
          <p:cNvPr id="19" name="平行四边形 18"/>
          <p:cNvSpPr/>
          <p:nvPr>
            <p:custDataLst>
              <p:tags r:id="rId10"/>
            </p:custDataLst>
          </p:nvPr>
        </p:nvSpPr>
        <p:spPr>
          <a:xfrm>
            <a:off x="4983480" y="2577465"/>
            <a:ext cx="779780" cy="675005"/>
          </a:xfrm>
          <a:prstGeom prst="parallelogram">
            <a:avLst/>
          </a:prstGeom>
          <a:solidFill>
            <a:srgbClr val="182C5E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 err="1">
              <a:solidFill>
                <a:schemeClr val="tx1"/>
              </a:solidFill>
            </a:endParaRPr>
          </a:p>
        </p:txBody>
      </p:sp>
      <p:sp>
        <p:nvSpPr>
          <p:cNvPr id="8" name="副标题 2"/>
          <p:cNvSpPr txBox="1"/>
          <p:nvPr>
            <p:custDataLst>
              <p:tags r:id="rId11"/>
            </p:custDataLst>
          </p:nvPr>
        </p:nvSpPr>
        <p:spPr>
          <a:xfrm>
            <a:off x="5064726" y="2730255"/>
            <a:ext cx="612068" cy="396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kumimoji="1" lang="zh-CN" altLang="en-US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副标题 2"/>
          <p:cNvSpPr txBox="1"/>
          <p:nvPr>
            <p:custDataLst>
              <p:tags r:id="rId12"/>
            </p:custDataLst>
          </p:nvPr>
        </p:nvSpPr>
        <p:spPr>
          <a:xfrm>
            <a:off x="5903337" y="2787633"/>
            <a:ext cx="4090886" cy="2791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200" b="1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日内最优仓位轨迹</a:t>
            </a:r>
            <a:r>
              <a:rPr kumimoji="1" lang="zh-CN" altLang="en-US" sz="2200" b="1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kumimoji="1" lang="zh-CN" altLang="en-US" sz="2200" b="1" dirty="0">
              <a:solidFill>
                <a:srgbClr val="3E3A3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54527" y="3639714"/>
            <a:ext cx="4396480" cy="580064"/>
          </a:xfrm>
          <a:prstGeom prst="rect">
            <a:avLst/>
          </a:prstGeom>
        </p:spPr>
      </p:pic>
      <p:sp>
        <p:nvSpPr>
          <p:cNvPr id="12" name="副标题 2"/>
          <p:cNvSpPr txBox="1"/>
          <p:nvPr>
            <p:custDataLst>
              <p:tags r:id="rId14"/>
            </p:custDataLst>
          </p:nvPr>
        </p:nvSpPr>
        <p:spPr>
          <a:xfrm>
            <a:off x="5056020" y="3731368"/>
            <a:ext cx="612068" cy="396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kumimoji="1" lang="zh-CN" altLang="en-US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副标题 2"/>
          <p:cNvSpPr txBox="1"/>
          <p:nvPr>
            <p:custDataLst>
              <p:tags r:id="rId15"/>
            </p:custDataLst>
          </p:nvPr>
        </p:nvSpPr>
        <p:spPr>
          <a:xfrm>
            <a:off x="5903337" y="3793009"/>
            <a:ext cx="4090886" cy="2734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200" b="1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kumimoji="1" lang="zh-CN" altLang="en-US" sz="2200" b="1" dirty="0">
              <a:solidFill>
                <a:srgbClr val="3E3A3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02014" y="1637110"/>
            <a:ext cx="720080" cy="58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54526" y="1637110"/>
            <a:ext cx="4396481" cy="580346"/>
          </a:xfrm>
          <a:prstGeom prst="rect">
            <a:avLst/>
          </a:prstGeom>
        </p:spPr>
      </p:pic>
      <p:sp>
        <p:nvSpPr>
          <p:cNvPr id="18" name="平行四边形 17"/>
          <p:cNvSpPr/>
          <p:nvPr>
            <p:custDataLst>
              <p:tags r:id="rId18"/>
            </p:custDataLst>
          </p:nvPr>
        </p:nvSpPr>
        <p:spPr>
          <a:xfrm>
            <a:off x="5001895" y="1641475"/>
            <a:ext cx="751840" cy="613410"/>
          </a:xfrm>
          <a:prstGeom prst="parallelogram">
            <a:avLst/>
          </a:prstGeom>
          <a:solidFill>
            <a:srgbClr val="182C5E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 err="1">
              <a:solidFill>
                <a:schemeClr val="tx1"/>
              </a:solidFill>
            </a:endParaRPr>
          </a:p>
        </p:txBody>
      </p:sp>
      <p:sp>
        <p:nvSpPr>
          <p:cNvPr id="16" name="副标题 2"/>
          <p:cNvSpPr txBox="1"/>
          <p:nvPr>
            <p:custDataLst>
              <p:tags r:id="rId19"/>
            </p:custDataLst>
          </p:nvPr>
        </p:nvSpPr>
        <p:spPr>
          <a:xfrm>
            <a:off x="5056020" y="1728764"/>
            <a:ext cx="612068" cy="396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zh-CN" altLang="en-US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副标题 2"/>
          <p:cNvSpPr txBox="1"/>
          <p:nvPr>
            <p:custDataLst>
              <p:tags r:id="rId20"/>
            </p:custDataLst>
          </p:nvPr>
        </p:nvSpPr>
        <p:spPr>
          <a:xfrm>
            <a:off x="5903337" y="1790314"/>
            <a:ext cx="4090886" cy="2736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200" b="1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日频最优仓位轨迹</a:t>
            </a:r>
            <a:r>
              <a:rPr kumimoji="1" lang="zh-CN" altLang="en-US" sz="2200" b="1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kumimoji="1" lang="zh-CN" altLang="en-US" sz="2200" b="1" dirty="0">
              <a:solidFill>
                <a:srgbClr val="3E3A3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最优仓位轨迹求解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LP</a:t>
            </a:r>
            <a:r>
              <a:rPr dirty="0"/>
              <a:t>模型与梯度</a:t>
            </a:r>
            <a:r>
              <a:rPr dirty="0"/>
              <a:t>模型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zh-CN" altLang="en-US" dirty="0"/>
              <a:t>阐述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建模求解（</a:t>
            </a:r>
            <a:r>
              <a:rPr lang="zh-CN" altLang="en-US" dirty="0"/>
              <a:t>日频）</a:t>
            </a:r>
            <a:endParaRPr lang="zh-CN" altLang="en-US" dirty="0"/>
          </a:p>
        </p:txBody>
      </p:sp>
      <p:cxnSp>
        <p:nvCxnSpPr>
          <p:cNvPr id="3" name="直线连接符 6"/>
          <p:cNvCxnSpPr/>
          <p:nvPr/>
        </p:nvCxnSpPr>
        <p:spPr>
          <a:xfrm>
            <a:off x="738000" y="728475"/>
            <a:ext cx="1147200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96000" y="1262668"/>
            <a:ext cx="10800000" cy="2020028"/>
            <a:chOff x="696000" y="1262668"/>
            <a:chExt cx="10800000" cy="2020028"/>
          </a:xfrm>
        </p:grpSpPr>
        <p:sp>
          <p:nvSpPr>
            <p:cNvPr id="5" name="矩形 4"/>
            <p:cNvSpPr/>
            <p:nvPr/>
          </p:nvSpPr>
          <p:spPr>
            <a:xfrm>
              <a:off x="696000" y="1609350"/>
              <a:ext cx="10800000" cy="1673346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j-ea"/>
                <a:ea typeface="+mj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134376" y="2071952"/>
              <a:ext cx="9923247" cy="969010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XXXXXXXXXXXXXXXXXXXXXXXXXXXXXXXXXXXXXXXXXXXXXXXXXXXXXXXXXXXXXXXXXXXXXXXXXXXXXXXXXXXXXXXXXXXXXXXXXXXXXXXXXXXXXXXXXXXXXXXXXXXXXXXXXXXXXXXXXXXXXXXXXXXXXXXXXXXX</a:t>
              </a:r>
              <a:endPara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</a:t>
              </a:r>
              <a:endParaRPr kumimoji="1" lang="zh-CN" altLang="en-US" sz="1400" dirty="0">
                <a:solidFill>
                  <a:srgbClr val="3E3A39"/>
                </a:solidFill>
                <a:latin typeface="+mj-ea"/>
                <a:ea typeface="+mj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742655" y="1262668"/>
              <a:ext cx="4729935" cy="602708"/>
            </a:xfrm>
            <a:prstGeom prst="rect">
              <a:avLst/>
            </a:prstGeom>
            <a:solidFill>
              <a:srgbClr val="1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8" name="副标题 2"/>
            <p:cNvSpPr txBox="1"/>
            <p:nvPr/>
          </p:nvSpPr>
          <p:spPr>
            <a:xfrm>
              <a:off x="4050556" y="1440234"/>
              <a:ext cx="4090886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+mj-ea"/>
                  <a:ea typeface="+mj-ea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707622" y="3952133"/>
            <a:ext cx="10800000" cy="2009745"/>
          </a:xfrm>
          <a:prstGeom prst="rect">
            <a:avLst/>
          </a:prstGeom>
          <a:noFill/>
          <a:ln w="15875">
            <a:solidFill>
              <a:srgbClr val="C9C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5998" y="4414736"/>
            <a:ext cx="9923247" cy="1615440"/>
          </a:xfrm>
          <a:prstGeom prst="rect">
            <a:avLst/>
          </a:prstGeom>
          <a:noFill/>
        </p:spPr>
        <p:txBody>
          <a:bodyPr wrap="square" lIns="3600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rPr>
              <a:t>XXXXXXXXXXXXXXXXXXXXXXXXXXXXXXXXXXXXXXXXXXXXXXXXXXXXXXXXXXXXXXXXXXXXXXXXXXXXXXXXXXXXXXXXXXXXXXXXXXXXXXXXXXXXXXXXXXXXXXXXXXXXXXXXXXXXXXXXXXXXXXXXXXXXXXXXXXXX</a:t>
            </a:r>
            <a:endParaRPr kumimoji="1" lang="en-US" altLang="zh-CN" sz="1400" dirty="0">
              <a:solidFill>
                <a:srgbClr val="3E3A39"/>
              </a:solidFill>
              <a:latin typeface="+mj-ea"/>
              <a:ea typeface="+mj-ea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rPr>
              <a:t>XXXXXXXXXXXXXXXXXXXXXXXXXXXXXXXXXXXXXXXXXXXXXXXXXXXXXXXXXXXXXXXXXXXXXXXXXXXXXX</a:t>
            </a:r>
            <a:endParaRPr kumimoji="1" lang="en-US" altLang="zh-CN" sz="1400" dirty="0">
              <a:solidFill>
                <a:srgbClr val="3E3A39"/>
              </a:solidFill>
              <a:latin typeface="+mj-ea"/>
              <a:ea typeface="+mj-ea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rPr>
              <a:t>XXXXXXXXXXXXXXXXXXXXXXXXXXXXXXXXXXXXXXXXXXXXXXXXXXXXXXXXXXXXXXXXXXXXXXXXXXXXXX</a:t>
            </a:r>
            <a:endParaRPr kumimoji="1" lang="en-US" altLang="zh-CN" sz="1400" dirty="0">
              <a:solidFill>
                <a:srgbClr val="3E3A39"/>
              </a:solidFill>
              <a:latin typeface="+mj-ea"/>
              <a:ea typeface="+mj-ea"/>
              <a:sym typeface="+mn-ea"/>
            </a:endParaRPr>
          </a:p>
          <a:p>
            <a:pPr algn="just">
              <a:lnSpc>
                <a:spcPct val="150000"/>
              </a:lnSpc>
            </a:pPr>
            <a:endParaRPr kumimoji="1" lang="zh-CN" altLang="en-US" sz="1400" dirty="0">
              <a:solidFill>
                <a:srgbClr val="3E3A39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754277" y="3605452"/>
            <a:ext cx="4729935" cy="602708"/>
          </a:xfrm>
          <a:prstGeom prst="rect">
            <a:avLst/>
          </a:prstGeom>
          <a:solidFill>
            <a:srgbClr val="1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+mj-ea"/>
              <a:ea typeface="+mj-ea"/>
            </a:endParaRPr>
          </a:p>
        </p:txBody>
      </p:sp>
      <p:sp>
        <p:nvSpPr>
          <p:cNvPr id="12" name="副标题 2"/>
          <p:cNvSpPr txBox="1"/>
          <p:nvPr/>
        </p:nvSpPr>
        <p:spPr>
          <a:xfrm>
            <a:off x="4062178" y="3783018"/>
            <a:ext cx="4090886" cy="247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>
                <a:solidFill>
                  <a:schemeClr val="bg1"/>
                </a:solidFill>
                <a:latin typeface="+mj-ea"/>
                <a:ea typeface="+mj-ea"/>
              </a:rPr>
              <a:t>点击输入标题内容</a:t>
            </a:r>
            <a:endParaRPr kumimoji="1" lang="zh-CN" altLang="en-US" sz="1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建模求解（日</a:t>
            </a:r>
            <a:r>
              <a:rPr lang="zh-CN" altLang="en-US" dirty="0">
                <a:sym typeface="+mn-ea"/>
              </a:rPr>
              <a:t>内）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87109" y="1263303"/>
            <a:ext cx="3017240" cy="4710664"/>
            <a:chOff x="695999" y="1262668"/>
            <a:chExt cx="3017240" cy="4710664"/>
          </a:xfrm>
        </p:grpSpPr>
        <p:sp>
          <p:nvSpPr>
            <p:cNvPr id="4" name="矩形 3"/>
            <p:cNvSpPr/>
            <p:nvPr/>
          </p:nvSpPr>
          <p:spPr>
            <a:xfrm>
              <a:off x="695999" y="2344526"/>
              <a:ext cx="3017240" cy="3628806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j-ea"/>
                <a:ea typeface="+mj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05502" y="2692093"/>
              <a:ext cx="2560849" cy="258508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XXXXXXXXXXXXXXXXXXXXXXXXXXXXXXXXXXXXXXXXXXXXXXXXXXXXXXXXXXXXXXXXXXXXXXXXXXXXXXXXXXXXXXXXXXXXXXXXXXXXXXXXXXXXXXXXXXXXXXXXXXXXXXXXXXXXXXXXXXXXXXXXXXX</a:t>
              </a:r>
              <a:endPara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kumimoji="1" lang="zh-CN" altLang="en-US" sz="1400" dirty="0">
                <a:solidFill>
                  <a:srgbClr val="3E3A39"/>
                </a:solidFill>
                <a:latin typeface="+mj-ea"/>
                <a:ea typeface="+mj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07622" y="1262668"/>
              <a:ext cx="3005617" cy="873837"/>
              <a:chOff x="707622" y="1262668"/>
              <a:chExt cx="3005617" cy="873837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707622" y="1262668"/>
                <a:ext cx="3005617" cy="602708"/>
              </a:xfrm>
              <a:prstGeom prst="rect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9" name="三角形 44"/>
              <p:cNvSpPr/>
              <p:nvPr/>
            </p:nvSpPr>
            <p:spPr>
              <a:xfrm rot="10800000">
                <a:off x="2033200" y="1823175"/>
                <a:ext cx="354461" cy="313330"/>
              </a:xfrm>
              <a:prstGeom prst="triangle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7" name="副标题 2"/>
            <p:cNvSpPr txBox="1"/>
            <p:nvPr/>
          </p:nvSpPr>
          <p:spPr>
            <a:xfrm>
              <a:off x="1015523" y="1440234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+mj-ea"/>
                  <a:ea typeface="+mj-ea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591343" y="1262668"/>
            <a:ext cx="3017240" cy="4710664"/>
            <a:chOff x="695999" y="1262668"/>
            <a:chExt cx="3017240" cy="4710664"/>
          </a:xfrm>
        </p:grpSpPr>
        <p:sp>
          <p:nvSpPr>
            <p:cNvPr id="11" name="矩形 10"/>
            <p:cNvSpPr/>
            <p:nvPr/>
          </p:nvSpPr>
          <p:spPr>
            <a:xfrm>
              <a:off x="695999" y="2344526"/>
              <a:ext cx="3017240" cy="3628806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j-ea"/>
                <a:ea typeface="+mj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05502" y="2692093"/>
              <a:ext cx="2560849" cy="258508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XXXXXXXXXXXXXXXXXXXXXXXXXXXXXXXXXXXXXXXXXXXXXXXXXXXXXXXXXXXXXXXXXXXXXXXXXXXXXXXXXXXXXXXXXXXXXXXXXXXXXXXXXXXXXXXXXXXXXXXXXXXXXXXXXXXXXXXXXXXXXXXXXXX</a:t>
              </a:r>
              <a:endPara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kumimoji="1" lang="zh-CN" altLang="en-US" sz="1400" dirty="0">
                <a:solidFill>
                  <a:srgbClr val="3E3A39"/>
                </a:solidFill>
                <a:latin typeface="+mj-ea"/>
                <a:ea typeface="+mj-ea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707622" y="1262668"/>
              <a:ext cx="3005617" cy="873837"/>
              <a:chOff x="707622" y="1262668"/>
              <a:chExt cx="3005617" cy="873837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707622" y="1262668"/>
                <a:ext cx="3005617" cy="602708"/>
              </a:xfrm>
              <a:prstGeom prst="rect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6" name="三角形 53"/>
              <p:cNvSpPr/>
              <p:nvPr/>
            </p:nvSpPr>
            <p:spPr>
              <a:xfrm rot="10800000">
                <a:off x="2033200" y="1823175"/>
                <a:ext cx="354461" cy="313330"/>
              </a:xfrm>
              <a:prstGeom prst="triangle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14" name="副标题 2"/>
            <p:cNvSpPr txBox="1"/>
            <p:nvPr/>
          </p:nvSpPr>
          <p:spPr>
            <a:xfrm>
              <a:off x="1015523" y="1440234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+mj-ea"/>
                  <a:ea typeface="+mj-ea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495831" y="1262668"/>
            <a:ext cx="3017240" cy="4710664"/>
            <a:chOff x="695999" y="1262668"/>
            <a:chExt cx="3017240" cy="4710664"/>
          </a:xfrm>
        </p:grpSpPr>
        <p:sp>
          <p:nvSpPr>
            <p:cNvPr id="18" name="矩形 17"/>
            <p:cNvSpPr/>
            <p:nvPr/>
          </p:nvSpPr>
          <p:spPr>
            <a:xfrm>
              <a:off x="695999" y="2344526"/>
              <a:ext cx="3017240" cy="3628806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j-ea"/>
                <a:ea typeface="+mj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05502" y="2692093"/>
              <a:ext cx="2560849" cy="258508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XXXXXXXXXXXXXXXXXXXXXXXXXXXXXXXXXXXXXXXXXXXXXXXXXXXXXXXXXXXXXXXXXXXXXXXXXXXXXXXXXXXXXXXXXXXXXXXXXXXXXXXXXXXXXXXXXXXXXXXXXXXXXXXXXXXXXXXXXXXXXXXXXXX</a:t>
              </a:r>
              <a:endPara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kumimoji="1" lang="zh-CN" altLang="en-US" sz="1400" dirty="0">
                <a:solidFill>
                  <a:srgbClr val="3E3A39"/>
                </a:solidFill>
                <a:latin typeface="+mj-ea"/>
                <a:ea typeface="+mj-ea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707622" y="1262668"/>
              <a:ext cx="3005617" cy="873837"/>
              <a:chOff x="707622" y="1262668"/>
              <a:chExt cx="3005617" cy="873837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707622" y="1262668"/>
                <a:ext cx="3005617" cy="602708"/>
              </a:xfrm>
              <a:prstGeom prst="rect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23" name="三角形 60"/>
              <p:cNvSpPr/>
              <p:nvPr/>
            </p:nvSpPr>
            <p:spPr>
              <a:xfrm rot="10800000">
                <a:off x="2033200" y="1823175"/>
                <a:ext cx="354461" cy="313330"/>
              </a:xfrm>
              <a:prstGeom prst="triangle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21" name="副标题 2"/>
            <p:cNvSpPr txBox="1"/>
            <p:nvPr/>
          </p:nvSpPr>
          <p:spPr>
            <a:xfrm>
              <a:off x="1015523" y="1440234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+mj-ea"/>
                  <a:ea typeface="+mj-ea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最优轨迹</a:t>
            </a:r>
            <a:r>
              <a:rPr lang="zh-CN" altLang="en-US" dirty="0"/>
              <a:t>分析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87109" y="1263303"/>
            <a:ext cx="3017240" cy="4710664"/>
            <a:chOff x="695999" y="1262668"/>
            <a:chExt cx="3017240" cy="4710664"/>
          </a:xfrm>
        </p:grpSpPr>
        <p:sp>
          <p:nvSpPr>
            <p:cNvPr id="4" name="矩形 3"/>
            <p:cNvSpPr/>
            <p:nvPr/>
          </p:nvSpPr>
          <p:spPr>
            <a:xfrm>
              <a:off x="695999" y="2344526"/>
              <a:ext cx="3017240" cy="3628806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j-ea"/>
                <a:ea typeface="+mj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05502" y="2692093"/>
              <a:ext cx="2560849" cy="258508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XXXXXXXXXXXXXXXXXXXXXXXXXXXXXXXXXXXXXXXXXXXXXXXXXXXXXXXXXXXXXXXXXXXXXXXXXXXXXXXXXXXXXXXXXXXXXXXXXXXXXXXXXXXXXXXXXXXXXXXXXXXXXXXXXXXXXXXXXXXXXXXXXXX</a:t>
              </a:r>
              <a:endPara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kumimoji="1" lang="zh-CN" altLang="en-US" sz="1400" dirty="0">
                <a:solidFill>
                  <a:srgbClr val="3E3A39"/>
                </a:solidFill>
                <a:latin typeface="+mj-ea"/>
                <a:ea typeface="+mj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07622" y="1262668"/>
              <a:ext cx="3005617" cy="873837"/>
              <a:chOff x="707622" y="1262668"/>
              <a:chExt cx="3005617" cy="873837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707622" y="1262668"/>
                <a:ext cx="3005617" cy="602708"/>
              </a:xfrm>
              <a:prstGeom prst="rect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9" name="三角形 44"/>
              <p:cNvSpPr/>
              <p:nvPr/>
            </p:nvSpPr>
            <p:spPr>
              <a:xfrm rot="10800000">
                <a:off x="2033200" y="1823175"/>
                <a:ext cx="354461" cy="313330"/>
              </a:xfrm>
              <a:prstGeom prst="triangle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7" name="副标题 2"/>
            <p:cNvSpPr txBox="1"/>
            <p:nvPr/>
          </p:nvSpPr>
          <p:spPr>
            <a:xfrm>
              <a:off x="1015523" y="1440234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+mj-ea"/>
                  <a:ea typeface="+mj-ea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591343" y="1262668"/>
            <a:ext cx="3017240" cy="4710664"/>
            <a:chOff x="695999" y="1262668"/>
            <a:chExt cx="3017240" cy="4710664"/>
          </a:xfrm>
        </p:grpSpPr>
        <p:sp>
          <p:nvSpPr>
            <p:cNvPr id="11" name="矩形 10"/>
            <p:cNvSpPr/>
            <p:nvPr/>
          </p:nvSpPr>
          <p:spPr>
            <a:xfrm>
              <a:off x="695999" y="2344526"/>
              <a:ext cx="3017240" cy="3628806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j-ea"/>
                <a:ea typeface="+mj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05502" y="2692093"/>
              <a:ext cx="2560849" cy="258508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XXXXXXXXXXXXXXXXXXXXXXXXXXXXXXXXXXXXXXXXXXXXXXXXXXXXXXXXXXXXXXXXXXXXXXXXXXXXXXXXXXXXXXXXXXXXXXXXXXXXXXXXXXXXXXXXXXXXXXXXXXXXXXXXXXXXXXXXXXXXXXXXXXX</a:t>
              </a:r>
              <a:endPara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kumimoji="1" lang="zh-CN" altLang="en-US" sz="1400" dirty="0">
                <a:solidFill>
                  <a:srgbClr val="3E3A39"/>
                </a:solidFill>
                <a:latin typeface="+mj-ea"/>
                <a:ea typeface="+mj-ea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707622" y="1262668"/>
              <a:ext cx="3005617" cy="873837"/>
              <a:chOff x="707622" y="1262668"/>
              <a:chExt cx="3005617" cy="873837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707622" y="1262668"/>
                <a:ext cx="3005617" cy="602708"/>
              </a:xfrm>
              <a:prstGeom prst="rect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6" name="三角形 53"/>
              <p:cNvSpPr/>
              <p:nvPr/>
            </p:nvSpPr>
            <p:spPr>
              <a:xfrm rot="10800000">
                <a:off x="2033200" y="1823175"/>
                <a:ext cx="354461" cy="313330"/>
              </a:xfrm>
              <a:prstGeom prst="triangle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14" name="副标题 2"/>
            <p:cNvSpPr txBox="1"/>
            <p:nvPr/>
          </p:nvSpPr>
          <p:spPr>
            <a:xfrm>
              <a:off x="1015523" y="1440234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+mj-ea"/>
                  <a:ea typeface="+mj-ea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495831" y="1262668"/>
            <a:ext cx="3017240" cy="4710664"/>
            <a:chOff x="695999" y="1262668"/>
            <a:chExt cx="3017240" cy="4710664"/>
          </a:xfrm>
        </p:grpSpPr>
        <p:sp>
          <p:nvSpPr>
            <p:cNvPr id="18" name="矩形 17"/>
            <p:cNvSpPr/>
            <p:nvPr/>
          </p:nvSpPr>
          <p:spPr>
            <a:xfrm>
              <a:off x="695999" y="2344526"/>
              <a:ext cx="3017240" cy="3628806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j-ea"/>
                <a:ea typeface="+mj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05502" y="2692093"/>
              <a:ext cx="2560849" cy="258508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en-US" altLang="zh-CN" sz="1400" dirty="0">
                  <a:solidFill>
                    <a:srgbClr val="3E3A39"/>
                  </a:solidFill>
                  <a:latin typeface="+mj-ea"/>
                  <a:ea typeface="+mj-ea"/>
                  <a:sym typeface="+mn-ea"/>
                </a:rPr>
                <a:t>XXXXXXXXXXXXXXXXXXXXXXXXXXXXXXXXXXXXXXXXXXXXXXXXXXXXXXXXXXXXXXXXXXXXXXXXXXXXXXXXXXXXXXXXXXXXXXXXXXXXXXXXXXXXXXXXXXXXXXXXXXXXXXXXXXXXXXXXXXXXXXXXXXX</a:t>
              </a:r>
              <a:endParaRPr kumimoji="1" lang="en-US" altLang="zh-CN" sz="1400" dirty="0">
                <a:solidFill>
                  <a:srgbClr val="3E3A39"/>
                </a:solidFill>
                <a:latin typeface="+mj-ea"/>
                <a:ea typeface="+mj-ea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kumimoji="1" lang="zh-CN" altLang="en-US" sz="1400" dirty="0">
                <a:solidFill>
                  <a:srgbClr val="3E3A39"/>
                </a:solidFill>
                <a:latin typeface="+mj-ea"/>
                <a:ea typeface="+mj-ea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707622" y="1262668"/>
              <a:ext cx="3005617" cy="873837"/>
              <a:chOff x="707622" y="1262668"/>
              <a:chExt cx="3005617" cy="873837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707622" y="1262668"/>
                <a:ext cx="3005617" cy="602708"/>
              </a:xfrm>
              <a:prstGeom prst="rect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23" name="三角形 60"/>
              <p:cNvSpPr/>
              <p:nvPr/>
            </p:nvSpPr>
            <p:spPr>
              <a:xfrm rot="10800000">
                <a:off x="2033200" y="1823175"/>
                <a:ext cx="354461" cy="313330"/>
              </a:xfrm>
              <a:prstGeom prst="triangle">
                <a:avLst/>
              </a:prstGeom>
              <a:solidFill>
                <a:srgbClr val="1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21" name="副标题 2"/>
            <p:cNvSpPr txBox="1"/>
            <p:nvPr/>
          </p:nvSpPr>
          <p:spPr>
            <a:xfrm>
              <a:off x="1015523" y="1440234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+mj-ea"/>
                  <a:ea typeface="+mj-ea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格式规范四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96119" y="2014392"/>
          <a:ext cx="5399880" cy="33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970"/>
                <a:gridCol w="1349970"/>
                <a:gridCol w="1349970"/>
                <a:gridCol w="1349970"/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表格标题：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内容一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内容二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内容三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内容四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gridSpan="4">
                  <a:txBody>
                    <a:bodyPr/>
                    <a:lstStyle/>
                    <a:p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数据来源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注释：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88728" y="2014392"/>
          <a:ext cx="4607872" cy="350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8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7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图示粘贴位置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数据来源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注释：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96121" y="908720"/>
            <a:ext cx="10800481" cy="93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latin typeface="+mj-ea"/>
                <a:ea typeface="+mj-ea"/>
              </a:rPr>
              <a:t>一级标题</a:t>
            </a:r>
            <a:endParaRPr kumimoji="1" lang="en-US" altLang="zh-CN" sz="1400" b="1" dirty="0">
              <a:latin typeface="+mj-ea"/>
              <a:ea typeface="+mj-ea"/>
            </a:endParaRPr>
          </a:p>
          <a:p>
            <a:pPr marL="538480" lvl="1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二级标题</a:t>
            </a:r>
            <a:endParaRPr kumimoji="1" lang="en-US" altLang="zh-CN" sz="1200" dirty="0">
              <a:latin typeface="+mj-ea"/>
              <a:ea typeface="+mj-ea"/>
            </a:endParaRPr>
          </a:p>
          <a:p>
            <a:pPr marL="897255" lvl="2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三级标题</a:t>
            </a:r>
            <a:endParaRPr kumimoji="1" lang="zh-CN" alt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配色规范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402566" y="1536729"/>
            <a:ext cx="4047258" cy="602708"/>
          </a:xfrm>
          <a:prstGeom prst="rect">
            <a:avLst/>
          </a:prstGeom>
          <a:solidFill>
            <a:srgbClr val="1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797526" y="1536729"/>
            <a:ext cx="4047258" cy="602708"/>
            <a:chOff x="6102582" y="1262668"/>
            <a:chExt cx="4047258" cy="602708"/>
          </a:xfrm>
          <a:solidFill>
            <a:srgbClr val="13234B"/>
          </a:solidFill>
        </p:grpSpPr>
        <p:sp>
          <p:nvSpPr>
            <p:cNvPr id="5" name="矩形 4"/>
            <p:cNvSpPr/>
            <p:nvPr/>
          </p:nvSpPr>
          <p:spPr>
            <a:xfrm>
              <a:off x="6102582" y="1262668"/>
              <a:ext cx="4047258" cy="6027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副标题 2"/>
            <p:cNvSpPr txBox="1"/>
            <p:nvPr/>
          </p:nvSpPr>
          <p:spPr>
            <a:xfrm>
              <a:off x="6900797" y="1440234"/>
              <a:ext cx="2450828" cy="247576"/>
            </a:xfrm>
            <a:prstGeom prst="rect">
              <a:avLst/>
            </a:prstGeom>
            <a:grpFill/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402566" y="2343687"/>
            <a:ext cx="4047258" cy="602708"/>
          </a:xfrm>
          <a:prstGeom prst="rect">
            <a:avLst/>
          </a:prstGeom>
          <a:solidFill>
            <a:srgbClr val="3E3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02566" y="3150645"/>
            <a:ext cx="4047258" cy="602708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402566" y="3957603"/>
            <a:ext cx="4047258" cy="602708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02566" y="4764561"/>
            <a:ext cx="4047258" cy="602708"/>
          </a:xfrm>
          <a:prstGeom prst="rect">
            <a:avLst/>
          </a:prstGeom>
          <a:noFill/>
          <a:ln w="15875">
            <a:solidFill>
              <a:srgbClr val="C9C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6797526" y="2343687"/>
            <a:ext cx="4047258" cy="602708"/>
            <a:chOff x="6102582" y="2049052"/>
            <a:chExt cx="4047258" cy="602708"/>
          </a:xfrm>
        </p:grpSpPr>
        <p:sp>
          <p:nvSpPr>
            <p:cNvPr id="12" name="矩形 11"/>
            <p:cNvSpPr/>
            <p:nvPr/>
          </p:nvSpPr>
          <p:spPr>
            <a:xfrm>
              <a:off x="6102582" y="2049052"/>
              <a:ext cx="4047258" cy="602708"/>
            </a:xfrm>
            <a:prstGeom prst="rect">
              <a:avLst/>
            </a:prstGeom>
            <a:solidFill>
              <a:srgbClr val="3E3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副标题 2"/>
            <p:cNvSpPr txBox="1"/>
            <p:nvPr/>
          </p:nvSpPr>
          <p:spPr>
            <a:xfrm>
              <a:off x="6900797" y="2226618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797526" y="3150645"/>
            <a:ext cx="4047258" cy="602708"/>
            <a:chOff x="6102582" y="2899444"/>
            <a:chExt cx="4047258" cy="602708"/>
          </a:xfrm>
        </p:grpSpPr>
        <p:sp>
          <p:nvSpPr>
            <p:cNvPr id="15" name="矩形 14"/>
            <p:cNvSpPr/>
            <p:nvPr/>
          </p:nvSpPr>
          <p:spPr>
            <a:xfrm>
              <a:off x="6102582" y="2899444"/>
              <a:ext cx="4047258" cy="602708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6" name="副标题 2"/>
            <p:cNvSpPr txBox="1"/>
            <p:nvPr/>
          </p:nvSpPr>
          <p:spPr>
            <a:xfrm>
              <a:off x="6900797" y="3077010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797526" y="3957603"/>
            <a:ext cx="4047258" cy="602708"/>
            <a:chOff x="6102582" y="3694972"/>
            <a:chExt cx="4047258" cy="602708"/>
          </a:xfrm>
        </p:grpSpPr>
        <p:sp>
          <p:nvSpPr>
            <p:cNvPr id="18" name="矩形 17"/>
            <p:cNvSpPr/>
            <p:nvPr/>
          </p:nvSpPr>
          <p:spPr>
            <a:xfrm>
              <a:off x="6102582" y="3694972"/>
              <a:ext cx="4047258" cy="602708"/>
            </a:xfrm>
            <a:prstGeom prst="rect">
              <a:avLst/>
            </a:prstGeom>
            <a:solidFill>
              <a:srgbClr val="C9CA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副标题 2"/>
            <p:cNvSpPr txBox="1"/>
            <p:nvPr/>
          </p:nvSpPr>
          <p:spPr>
            <a:xfrm>
              <a:off x="6900797" y="3872538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rgbClr val="3E3A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kumimoji="1" lang="zh-CN" altLang="en-US" sz="180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790944" y="4764561"/>
            <a:ext cx="4047258" cy="602708"/>
            <a:chOff x="6096000" y="4490500"/>
            <a:chExt cx="4047258" cy="602708"/>
          </a:xfrm>
        </p:grpSpPr>
        <p:sp>
          <p:nvSpPr>
            <p:cNvPr id="21" name="矩形 20"/>
            <p:cNvSpPr/>
            <p:nvPr/>
          </p:nvSpPr>
          <p:spPr>
            <a:xfrm>
              <a:off x="6096000" y="4490500"/>
              <a:ext cx="4047258" cy="602708"/>
            </a:xfrm>
            <a:prstGeom prst="rect">
              <a:avLst/>
            </a:prstGeom>
            <a:noFill/>
            <a:ln w="15875">
              <a:solidFill>
                <a:srgbClr val="C9CA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副标题 2"/>
            <p:cNvSpPr txBox="1"/>
            <p:nvPr/>
          </p:nvSpPr>
          <p:spPr>
            <a:xfrm>
              <a:off x="6894215" y="4668066"/>
              <a:ext cx="2450828" cy="2475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800" dirty="0">
                  <a:solidFill>
                    <a:srgbClr val="3E3A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kumimoji="1" lang="zh-CN" altLang="en-US" sz="180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日内策略的信号组合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96119" y="2014392"/>
          <a:ext cx="5399880" cy="33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970"/>
                <a:gridCol w="1349970"/>
                <a:gridCol w="1349970"/>
                <a:gridCol w="1349970"/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表格标题：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内容一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内容二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内容三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内容四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gridSpan="4">
                  <a:txBody>
                    <a:bodyPr/>
                    <a:lstStyle/>
                    <a:p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数据来源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注释：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88728" y="2014392"/>
          <a:ext cx="4607872" cy="350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8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7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图示粘贴位置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数据来源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注释：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3731" y="980475"/>
            <a:ext cx="10800481" cy="93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latin typeface="+mj-ea"/>
                <a:ea typeface="+mj-ea"/>
              </a:rPr>
              <a:t>一级标题</a:t>
            </a:r>
            <a:endParaRPr kumimoji="1" lang="en-US" altLang="zh-CN" sz="1400" b="1" dirty="0">
              <a:latin typeface="+mj-ea"/>
              <a:ea typeface="+mj-ea"/>
            </a:endParaRPr>
          </a:p>
          <a:p>
            <a:pPr marL="538480" lvl="1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二级标题</a:t>
            </a:r>
            <a:endParaRPr kumimoji="1" lang="en-US" altLang="zh-CN" sz="1200" dirty="0">
              <a:latin typeface="+mj-ea"/>
              <a:ea typeface="+mj-ea"/>
            </a:endParaRPr>
          </a:p>
          <a:p>
            <a:pPr marL="897255" lvl="2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三级标题</a:t>
            </a:r>
            <a:endParaRPr kumimoji="1" lang="zh-CN" alt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建模</a:t>
            </a:r>
            <a:r>
              <a:rPr lang="zh-CN" altLang="en-US" dirty="0"/>
              <a:t>思路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96119" y="2014392"/>
          <a:ext cx="5399880" cy="33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970"/>
                <a:gridCol w="1349970"/>
                <a:gridCol w="1349970"/>
                <a:gridCol w="1349970"/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表格标题：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内容一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内容二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内容三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内容四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gridSpan="4">
                  <a:txBody>
                    <a:bodyPr/>
                    <a:lstStyle/>
                    <a:p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数据来源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注释：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88728" y="2014392"/>
          <a:ext cx="4607872" cy="350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8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7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图示粘贴位置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数据来源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注释：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96121" y="908720"/>
            <a:ext cx="10800481" cy="93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latin typeface="+mj-ea"/>
                <a:ea typeface="+mj-ea"/>
              </a:rPr>
              <a:t>一级标题</a:t>
            </a:r>
            <a:endParaRPr kumimoji="1" lang="en-US" altLang="zh-CN" sz="1400" b="1" dirty="0">
              <a:latin typeface="+mj-ea"/>
              <a:ea typeface="+mj-ea"/>
            </a:endParaRPr>
          </a:p>
          <a:p>
            <a:pPr marL="538480" lvl="1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二级标题</a:t>
            </a:r>
            <a:endParaRPr kumimoji="1" lang="en-US" altLang="zh-CN" sz="1200" dirty="0">
              <a:latin typeface="+mj-ea"/>
              <a:ea typeface="+mj-ea"/>
            </a:endParaRPr>
          </a:p>
          <a:p>
            <a:pPr marL="897255" lvl="2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三级标题</a:t>
            </a:r>
            <a:endParaRPr kumimoji="1" lang="zh-CN" alt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</a:t>
            </a:r>
            <a:r>
              <a:rPr lang="zh-CN" altLang="en-US" dirty="0"/>
              <a:t>框架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96119" y="2014392"/>
          <a:ext cx="5399880" cy="33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970"/>
                <a:gridCol w="1349970"/>
                <a:gridCol w="1349970"/>
                <a:gridCol w="1349970"/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表格标题：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内容一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内容二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内容三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内容四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gridSpan="4">
                  <a:txBody>
                    <a:bodyPr/>
                    <a:lstStyle/>
                    <a:p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数据来源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注释：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88728" y="2014392"/>
          <a:ext cx="4607872" cy="350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8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7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图示粘贴位置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数据来源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注释：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96121" y="908720"/>
            <a:ext cx="10800481" cy="93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latin typeface="+mj-ea"/>
                <a:ea typeface="+mj-ea"/>
              </a:rPr>
              <a:t>一级标题</a:t>
            </a:r>
            <a:endParaRPr kumimoji="1" lang="en-US" altLang="zh-CN" sz="1400" b="1" dirty="0">
              <a:latin typeface="+mj-ea"/>
              <a:ea typeface="+mj-ea"/>
            </a:endParaRPr>
          </a:p>
          <a:p>
            <a:pPr marL="538480" lvl="1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二级标题</a:t>
            </a:r>
            <a:endParaRPr kumimoji="1" lang="en-US" altLang="zh-CN" sz="1200" dirty="0">
              <a:latin typeface="+mj-ea"/>
              <a:ea typeface="+mj-ea"/>
            </a:endParaRPr>
          </a:p>
          <a:p>
            <a:pPr marL="897255" lvl="2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三级标题</a:t>
            </a:r>
            <a:endParaRPr kumimoji="1" lang="zh-CN" alt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结果分析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96119" y="2014392"/>
          <a:ext cx="5399880" cy="33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970"/>
                <a:gridCol w="1349970"/>
                <a:gridCol w="1349970"/>
                <a:gridCol w="1349970"/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表格标题：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内容一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内容二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内容三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内容四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正文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gridSpan="4">
                  <a:txBody>
                    <a:bodyPr/>
                    <a:lstStyle/>
                    <a:p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数据来源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注释：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88728" y="2014392"/>
          <a:ext cx="4607872" cy="350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8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图标题：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XXXX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7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图示粘贴位置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数据来源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注释：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96121" y="908720"/>
            <a:ext cx="10800481" cy="93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latin typeface="+mj-ea"/>
                <a:ea typeface="+mj-ea"/>
              </a:rPr>
              <a:t>一级标题</a:t>
            </a:r>
            <a:endParaRPr kumimoji="1" lang="en-US" altLang="zh-CN" sz="1400" b="1" dirty="0">
              <a:latin typeface="+mj-ea"/>
              <a:ea typeface="+mj-ea"/>
            </a:endParaRPr>
          </a:p>
          <a:p>
            <a:pPr marL="538480" lvl="1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二级标题</a:t>
            </a:r>
            <a:endParaRPr kumimoji="1" lang="en-US" altLang="zh-CN" sz="1200" dirty="0">
              <a:latin typeface="+mj-ea"/>
              <a:ea typeface="+mj-ea"/>
            </a:endParaRPr>
          </a:p>
          <a:p>
            <a:pPr marL="897255" lvl="2" indent="-138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+mj-ea"/>
                <a:ea typeface="+mj-ea"/>
              </a:rPr>
              <a:t>三级标题</a:t>
            </a:r>
            <a:endParaRPr kumimoji="1" lang="zh-CN" alt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5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6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7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8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9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0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1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2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3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4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5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6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7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8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19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20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21.xml><?xml version="1.0" encoding="utf-8"?>
<p:tagLst xmlns:p="http://schemas.openxmlformats.org/presentationml/2006/main">
  <p:tag name="KSO_WM_DIAGRAM_VIRTUALLY_FRAME" val="{&quot;height&quot;:284.7937007874016,&quot;left&quot;:389.25,&quot;top&quot;:128.9062992125984,&quot;width&quot;:410.0418897637795}"/>
</p:tagLst>
</file>

<file path=ppt/tags/tag22.xml><?xml version="1.0" encoding="utf-8"?>
<p:tagLst xmlns:p="http://schemas.openxmlformats.org/presentationml/2006/main">
  <p:tag name="KSO_WPP_MARK_KEY" val="95aaf14b-392e-4299-a5ee-39e74ee6906c"/>
  <p:tag name="COMMONDATA" val="eyJoZGlkIjoiN2FhM2UxNzczMTdjYjVlNGNmNzk5MDUyNmJhMGFlNWMifQ=="/>
  <p:tag name="commondata" val="eyJoZGlkIjoiNDJhYmIyZDY1ZTM0MjM3MjM0YjcwNTEzMGJhZGQ0YWI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irm Format - Chinese (PRC)">
  <a:themeElements>
    <a:clrScheme name="Firm Format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4276AA"/>
      </a:accent1>
      <a:accent2>
        <a:srgbClr val="1689A0"/>
      </a:accent2>
      <a:accent3>
        <a:srgbClr val="3FA692"/>
      </a:accent3>
      <a:accent4>
        <a:srgbClr val="5167A4"/>
      </a:accent4>
      <a:accent5>
        <a:srgbClr val="5E5CA2"/>
      </a:accent5>
      <a:accent6>
        <a:srgbClr val="768395"/>
      </a:accent6>
      <a:hlink>
        <a:srgbClr val="4276AA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kumimoji="1" sz="1400" b="1" dirty="0" smtClean="0">
            <a:latin typeface="+mj-ea"/>
            <a:ea typeface="+mj-ea"/>
          </a:defRPr>
        </a:defPPr>
      </a:lstStyle>
    </a:tx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2525</Words>
  <Application>WPS 演示</Application>
  <PresentationFormat>宽屏</PresentationFormat>
  <Paragraphs>398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 Light</vt:lpstr>
      <vt:lpstr>Arial Unicode MS</vt:lpstr>
      <vt:lpstr>黑体</vt:lpstr>
      <vt:lpstr>等线 Light</vt:lpstr>
      <vt:lpstr>等线</vt:lpstr>
      <vt:lpstr>自定义设计方案</vt:lpstr>
      <vt:lpstr>Firm Format - Chinese (PRC)</vt:lpstr>
      <vt:lpstr>TCLayout.ActiveDocument.1</vt:lpstr>
      <vt:lpstr>TCLayout.ActiveDocument.1</vt:lpstr>
      <vt:lpstr>TCLayout.ActiveDocument.1</vt:lpstr>
      <vt:lpstr>实习期-工作总结报告</vt:lpstr>
      <vt:lpstr>PowerPoint 演示文稿</vt:lpstr>
      <vt:lpstr>PowerPoint 演示文稿</vt:lpstr>
      <vt:lpstr>格式规范一</vt:lpstr>
      <vt:lpstr>格式规范二</vt:lpstr>
      <vt:lpstr>格式规范三</vt:lpstr>
      <vt:lpstr>建模求解（日内）</vt:lpstr>
      <vt:lpstr>格式规范四</vt:lpstr>
      <vt:lpstr>配色规范</vt:lpstr>
      <vt:lpstr>PowerPoint 演示文稿</vt:lpstr>
      <vt:lpstr>格式规范四</vt:lpstr>
      <vt:lpstr>格式规范四</vt:lpstr>
      <vt:lpstr>建模思路</vt:lpstr>
      <vt:lpstr>建模思路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 Zhu</dc:creator>
  <cp:lastModifiedBy>王宇</cp:lastModifiedBy>
  <cp:revision>107</cp:revision>
  <cp:lastPrinted>2019-08-15T06:32:00Z</cp:lastPrinted>
  <dcterms:created xsi:type="dcterms:W3CDTF">2019-08-15T06:32:00Z</dcterms:created>
  <dcterms:modified xsi:type="dcterms:W3CDTF">2026-03-24T07:45:17Z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le">
    <vt:lpwstr>Title</vt:lpwstr>
  </property>
  <property fmtid="{D5CDD505-2E9C-101B-9397-08002B2CF9AE}" pid="3" name="Final">
    <vt:bool>false</vt:bool>
  </property>
  <property fmtid="{D5CDD505-2E9C-101B-9397-08002B2CF9AE}" pid="4" name="Event">
    <vt:lpwstr/>
  </property>
  <property fmtid="{D5CDD505-2E9C-101B-9397-08002B2CF9AE}" pid="5" name="Delivery Date">
    <vt:lpwstr>日期</vt:lpwstr>
  </property>
  <property fmtid="{D5CDD505-2E9C-101B-9397-08002B2CF9AE}" pid="6" name="docid">
    <vt:lpwstr/>
  </property>
  <property fmtid="{D5CDD505-2E9C-101B-9397-08002B2CF9AE}" pid="7" name="Office2010EditCount">
    <vt:lpwstr>1</vt:lpwstr>
  </property>
  <property fmtid="{D5CDD505-2E9C-101B-9397-08002B2CF9AE}" pid="8" name="Office2003EditCount">
    <vt:lpwstr>0</vt:lpwstr>
  </property>
  <property fmtid="{D5CDD505-2E9C-101B-9397-08002B2CF9AE}" pid="9" name="LastEditedOfficeVersion">
    <vt:lpwstr>Office2010</vt:lpwstr>
  </property>
  <property fmtid="{D5CDD505-2E9C-101B-9397-08002B2CF9AE}" pid="10" name="PortedBy">
    <vt:lpwstr>Jie Cheng</vt:lpwstr>
  </property>
  <property fmtid="{D5CDD505-2E9C-101B-9397-08002B2CF9AE}" pid="11" name="DatePorted">
    <vt:lpwstr>10/16/2014 10:17:27 PM</vt:lpwstr>
  </property>
  <property fmtid="{D5CDD505-2E9C-101B-9397-08002B2CF9AE}" pid="12" name="Office2010WasSaved">
    <vt:lpwstr>1</vt:lpwstr>
  </property>
  <property fmtid="{D5CDD505-2E9C-101B-9397-08002B2CF9AE}" pid="13" name="KSOProductBuildVer">
    <vt:lpwstr>2052-12.1.0.25225</vt:lpwstr>
  </property>
  <property fmtid="{D5CDD505-2E9C-101B-9397-08002B2CF9AE}" pid="14" name="ICV">
    <vt:lpwstr>EB09A37AEA0C4078892D73CF02F45E06</vt:lpwstr>
  </property>
</Properties>
</file>